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3"/>
    <p:sldMasterId id="2147483683" r:id="rId4"/>
    <p:sldMasterId id="214748368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5143500" cx="9144000"/>
  <p:notesSz cx="6858000" cy="9144000"/>
  <p:embeddedFontLst>
    <p:embeddedFont>
      <p:font typeface="Proxima Nova"/>
      <p:regular r:id="rId32"/>
      <p:bold r:id="rId33"/>
      <p:italic r:id="rId34"/>
      <p:boldItalic r:id="rId35"/>
    </p:embeddedFont>
    <p:embeddedFont>
      <p:font typeface="Roboto"/>
      <p:regular r:id="rId36"/>
      <p:bold r:id="rId37"/>
      <p:italic r:id="rId38"/>
      <p:boldItalic r:id="rId39"/>
    </p:embeddedFont>
    <p:embeddedFont>
      <p:font typeface="Helvetica Neue"/>
      <p:regular r:id="rId40"/>
      <p:bold r:id="rId41"/>
      <p:italic r:id="rId42"/>
      <p:boldItalic r:id="rId43"/>
    </p:embeddedFont>
    <p:embeddedFont>
      <p:font typeface="Helvetica Neue Light"/>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HelveticaNeue-regular.fntdata"/><Relationship Id="rId20" Type="http://schemas.openxmlformats.org/officeDocument/2006/relationships/slide" Target="slides/slide14.xml"/><Relationship Id="rId42" Type="http://schemas.openxmlformats.org/officeDocument/2006/relationships/font" Target="fonts/HelveticaNeue-italic.fntdata"/><Relationship Id="rId41" Type="http://schemas.openxmlformats.org/officeDocument/2006/relationships/font" Target="fonts/HelveticaNeue-bold.fntdata"/><Relationship Id="rId22" Type="http://schemas.openxmlformats.org/officeDocument/2006/relationships/slide" Target="slides/slide16.xml"/><Relationship Id="rId44" Type="http://schemas.openxmlformats.org/officeDocument/2006/relationships/font" Target="fonts/HelveticaNeueLight-regular.fntdata"/><Relationship Id="rId21" Type="http://schemas.openxmlformats.org/officeDocument/2006/relationships/slide" Target="slides/slide15.xml"/><Relationship Id="rId43" Type="http://schemas.openxmlformats.org/officeDocument/2006/relationships/font" Target="fonts/HelveticaNeue-boldItalic.fntdata"/><Relationship Id="rId24" Type="http://schemas.openxmlformats.org/officeDocument/2006/relationships/slide" Target="slides/slide18.xml"/><Relationship Id="rId46" Type="http://schemas.openxmlformats.org/officeDocument/2006/relationships/font" Target="fonts/HelveticaNeueLight-italic.fntdata"/><Relationship Id="rId23" Type="http://schemas.openxmlformats.org/officeDocument/2006/relationships/slide" Target="slides/slide17.xml"/><Relationship Id="rId45" Type="http://schemas.openxmlformats.org/officeDocument/2006/relationships/font" Target="fonts/HelveticaNeueLight-bold.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47" Type="http://schemas.openxmlformats.org/officeDocument/2006/relationships/font" Target="fonts/HelveticaNeueLight-bold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3.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ProximaNova-bold.fntdata"/><Relationship Id="rId10" Type="http://schemas.openxmlformats.org/officeDocument/2006/relationships/slide" Target="slides/slide4.xml"/><Relationship Id="rId32" Type="http://schemas.openxmlformats.org/officeDocument/2006/relationships/font" Target="fonts/ProximaNova-regular.fntdata"/><Relationship Id="rId13" Type="http://schemas.openxmlformats.org/officeDocument/2006/relationships/slide" Target="slides/slide7.xml"/><Relationship Id="rId35" Type="http://schemas.openxmlformats.org/officeDocument/2006/relationships/font" Target="fonts/ProximaNova-boldItalic.fntdata"/><Relationship Id="rId12" Type="http://schemas.openxmlformats.org/officeDocument/2006/relationships/slide" Target="slides/slide6.xml"/><Relationship Id="rId34" Type="http://schemas.openxmlformats.org/officeDocument/2006/relationships/font" Target="fonts/ProximaNova-italic.fntdata"/><Relationship Id="rId15" Type="http://schemas.openxmlformats.org/officeDocument/2006/relationships/slide" Target="slides/slide9.xml"/><Relationship Id="rId37" Type="http://schemas.openxmlformats.org/officeDocument/2006/relationships/font" Target="fonts/Roboto-bold.fntdata"/><Relationship Id="rId14" Type="http://schemas.openxmlformats.org/officeDocument/2006/relationships/slide" Target="slides/slide8.xml"/><Relationship Id="rId36" Type="http://schemas.openxmlformats.org/officeDocument/2006/relationships/font" Target="fonts/Roboto-regular.fntdata"/><Relationship Id="rId17" Type="http://schemas.openxmlformats.org/officeDocument/2006/relationships/slide" Target="slides/slide11.xml"/><Relationship Id="rId39" Type="http://schemas.openxmlformats.org/officeDocument/2006/relationships/font" Target="fonts/Roboto-boldItalic.fntdata"/><Relationship Id="rId16" Type="http://schemas.openxmlformats.org/officeDocument/2006/relationships/slide" Target="slides/slide10.xml"/><Relationship Id="rId38" Type="http://schemas.openxmlformats.org/officeDocument/2006/relationships/font" Target="fonts/Roboto-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af7b2be32_2_7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g2af7b2be32_2_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af8c94a46_0_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af8c94a46_0_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1625" lvl="0" marL="457200" rtl="0" algn="l">
              <a:spcBef>
                <a:spcPts val="0"/>
              </a:spcBef>
              <a:spcAft>
                <a:spcPts val="0"/>
              </a:spcAft>
              <a:buClr>
                <a:srgbClr val="3D3D3D"/>
              </a:buClr>
              <a:buSzPts val="1150"/>
              <a:buChar char="●"/>
            </a:pPr>
            <a:r>
              <a:rPr lang="en" sz="1150">
                <a:solidFill>
                  <a:srgbClr val="3D3D3D"/>
                </a:solidFill>
                <a:highlight>
                  <a:schemeClr val="lt1"/>
                </a:highlight>
              </a:rPr>
              <a:t>Origin of data libraries in the 60s have as much to do with centralized computing environments on campuses as social sciences developing as empirical research </a:t>
            </a:r>
            <a:endParaRPr sz="1150">
              <a:solidFill>
                <a:srgbClr val="3D3D3D"/>
              </a:solidFill>
              <a:highlight>
                <a:schemeClr val="lt1"/>
              </a:highlight>
            </a:endParaRPr>
          </a:p>
          <a:p>
            <a:pPr indent="-301625" lvl="0" marL="457200" rtl="0" algn="l">
              <a:spcBef>
                <a:spcPts val="0"/>
              </a:spcBef>
              <a:spcAft>
                <a:spcPts val="0"/>
              </a:spcAft>
              <a:buClr>
                <a:srgbClr val="3D3D3D"/>
              </a:buClr>
              <a:buSzPts val="1150"/>
              <a:buChar char="●"/>
            </a:pPr>
            <a:r>
              <a:rPr lang="en" sz="1150">
                <a:solidFill>
                  <a:srgbClr val="3D3D3D"/>
                </a:solidFill>
                <a:highlight>
                  <a:schemeClr val="lt1"/>
                </a:highlight>
              </a:rPr>
              <a:t>Social Science Data libraries --  the poorer cousins of physical sciences -- came to data sharing and re-use of data as necessary for cost savings</a:t>
            </a:r>
            <a:endParaRPr sz="1150">
              <a:solidFill>
                <a:srgbClr val="3D3D3D"/>
              </a:solidFill>
              <a:highlight>
                <a:schemeClr val="lt1"/>
              </a:highlight>
            </a:endParaRPr>
          </a:p>
          <a:p>
            <a:pPr indent="-301625" lvl="0" marL="457200" rtl="0" algn="l">
              <a:spcBef>
                <a:spcPts val="0"/>
              </a:spcBef>
              <a:spcAft>
                <a:spcPts val="0"/>
              </a:spcAft>
              <a:buClr>
                <a:srgbClr val="3D3D3D"/>
              </a:buClr>
              <a:buSzPts val="1150"/>
              <a:buChar char="●"/>
            </a:pPr>
            <a:r>
              <a:rPr lang="en" sz="1150">
                <a:solidFill>
                  <a:srgbClr val="3D3D3D"/>
                </a:solidFill>
                <a:highlight>
                  <a:schemeClr val="lt1"/>
                </a:highlight>
              </a:rPr>
              <a:t>Network of archives that shared data files between institutions spurred the need for data curation, documentation, stable files, etc. Much of our current understanding on how to manage data came out of these archives.</a:t>
            </a:r>
            <a:endParaRPr sz="1150">
              <a:solidFill>
                <a:srgbClr val="3D3D3D"/>
              </a:solidFill>
              <a:highlight>
                <a:schemeClr val="lt1"/>
              </a:highlight>
            </a:endParaRPr>
          </a:p>
          <a:p>
            <a:pPr indent="0" lvl="0" marL="0" rtl="0" algn="l">
              <a:spcBef>
                <a:spcPts val="0"/>
              </a:spcBef>
              <a:spcAft>
                <a:spcPts val="0"/>
              </a:spcAft>
              <a:buNone/>
            </a:pPr>
            <a:r>
              <a:t/>
            </a:r>
            <a:endParaRPr/>
          </a:p>
          <a:p>
            <a:pPr indent="0" lvl="0" marL="0" rtl="0" algn="l">
              <a:spcBef>
                <a:spcPts val="0"/>
              </a:spcBef>
              <a:spcAft>
                <a:spcPts val="0"/>
              </a:spcAft>
              <a:buNone/>
            </a:pPr>
            <a:r>
              <a:rPr lang="en"/>
              <a:t>Cornell institute for Social and Economic Research</a:t>
            </a:r>
            <a:endParaRPr/>
          </a:p>
          <a:p>
            <a:pPr indent="0" lvl="0" marL="0" rtl="0" algn="l">
              <a:spcBef>
                <a:spcPts val="0"/>
              </a:spcBef>
              <a:spcAft>
                <a:spcPts val="0"/>
              </a:spcAft>
              <a:buNone/>
            </a:pPr>
            <a:r>
              <a:rPr lang="en"/>
              <a:t>Inter-university consortium for social and political research</a:t>
            </a:r>
            <a:endParaRPr/>
          </a:p>
          <a:p>
            <a:pPr indent="0" lvl="0" marL="0" rtl="0" algn="l">
              <a:spcBef>
                <a:spcPts val="0"/>
              </a:spcBef>
              <a:spcAft>
                <a:spcPts val="0"/>
              </a:spcAft>
              <a:buNone/>
            </a:pPr>
            <a:r>
              <a:rPr lang="en" sz="1150">
                <a:solidFill>
                  <a:srgbClr val="3D3D3D"/>
                </a:solidFill>
                <a:highlight>
                  <a:srgbClr val="FFFFFF"/>
                </a:highlight>
              </a:rPr>
              <a:t>Roper Center for Public Opinion Research</a:t>
            </a:r>
            <a:endParaRPr sz="1150">
              <a:solidFill>
                <a:srgbClr val="3D3D3D"/>
              </a:solidFill>
              <a:highlight>
                <a:srgbClr val="FFFFFF"/>
              </a:highlight>
            </a:endParaRPr>
          </a:p>
          <a:p>
            <a:pPr indent="0" lvl="0" marL="0" rtl="0" algn="l">
              <a:spcBef>
                <a:spcPts val="0"/>
              </a:spcBef>
              <a:spcAft>
                <a:spcPts val="0"/>
              </a:spcAft>
              <a:buNone/>
            </a:pPr>
            <a:r>
              <a:rPr lang="en" sz="1150">
                <a:solidFill>
                  <a:srgbClr val="3D3D3D"/>
                </a:solidFill>
                <a:highlight>
                  <a:srgbClr val="FFFFFF"/>
                </a:highlight>
              </a:rPr>
              <a:t>Berkeley D-Lab - formerly UCDATA Archive </a:t>
            </a:r>
            <a:endParaRPr sz="1150">
              <a:solidFill>
                <a:srgbClr val="3D3D3D"/>
              </a:solidFill>
              <a:highlight>
                <a:srgbClr val="FFFFFF"/>
              </a:highlight>
            </a:endParaRPr>
          </a:p>
          <a:p>
            <a:pPr indent="0" lvl="0" marL="0" rtl="0" algn="l">
              <a:spcBef>
                <a:spcPts val="0"/>
              </a:spcBef>
              <a:spcAft>
                <a:spcPts val="0"/>
              </a:spcAft>
              <a:buNone/>
            </a:pPr>
            <a:r>
              <a:rPr lang="en" sz="1150">
                <a:solidFill>
                  <a:srgbClr val="3D3D3D"/>
                </a:solidFill>
                <a:highlight>
                  <a:srgbClr val="FFFFFF"/>
                </a:highlight>
              </a:rPr>
              <a:t>Yale= Institution for Social And POlicy studies</a:t>
            </a:r>
            <a:endParaRPr sz="1150">
              <a:solidFill>
                <a:srgbClr val="3D3D3D"/>
              </a:solidFill>
              <a:highlight>
                <a:srgbClr val="FFFFFF"/>
              </a:highlight>
            </a:endParaRPr>
          </a:p>
          <a:p>
            <a:pPr indent="0" lvl="0" marL="0" rtl="0" algn="l">
              <a:spcBef>
                <a:spcPts val="0"/>
              </a:spcBef>
              <a:spcAft>
                <a:spcPts val="0"/>
              </a:spcAft>
              <a:buNone/>
            </a:pPr>
            <a:r>
              <a:t/>
            </a:r>
            <a:endParaRPr sz="1150">
              <a:solidFill>
                <a:srgbClr val="3D3D3D"/>
              </a:solidFill>
              <a:highlight>
                <a:srgbClr val="FFFFFF"/>
              </a:highlight>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af8c94a46_0_3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af8c94a46_0_3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300"/>
              </a:spcBef>
              <a:spcAft>
                <a:spcPts val="0"/>
              </a:spcAft>
              <a:buClr>
                <a:srgbClr val="24292E"/>
              </a:buClr>
              <a:buSzPts val="1200"/>
              <a:buChar char="●"/>
            </a:pPr>
            <a:r>
              <a:rPr lang="en" sz="1200">
                <a:solidFill>
                  <a:srgbClr val="24292E"/>
                </a:solidFill>
              </a:rPr>
              <a:t>If you look at what SSDA and our peers are doing this is a rough representation of what we do</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Archive implies rigorous long-term preservation procedures (reuse and discovery)</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Some see archives as long-term IT storage service aka long term backup (keeping bits safe)</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The SSDA is more of an Archive in the rigorous long-term preservation sense of archives</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Data Archives should worry about digital preservation concerns, such as, bit rot, format obsolescence, etc.</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t/>
            </a:r>
            <a:endParaRPr sz="1200">
              <a:solidFill>
                <a:srgbClr val="24292E"/>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af8c94a46_0_36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g2af8c94a46_0_3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af8c94a46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af8c94a46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Started in 61 by polisci faculty, founding member of ICPSR in 62</a:t>
            </a:r>
            <a:endParaRPr/>
          </a:p>
          <a:p>
            <a:pPr indent="-298450" lvl="0" marL="457200" rtl="0" algn="l">
              <a:spcBef>
                <a:spcPts val="0"/>
              </a:spcBef>
              <a:spcAft>
                <a:spcPts val="0"/>
              </a:spcAft>
              <a:buSzPts val="1100"/>
              <a:buChar char="●"/>
            </a:pPr>
            <a:r>
              <a:rPr lang="en"/>
              <a:t>Became part of ISSR - institute for socsci research - in 1977 </a:t>
            </a:r>
            <a:endParaRPr/>
          </a:p>
          <a:p>
            <a:pPr indent="-298450" lvl="0" marL="457200" rtl="0" algn="l">
              <a:spcBef>
                <a:spcPts val="0"/>
              </a:spcBef>
              <a:spcAft>
                <a:spcPts val="0"/>
              </a:spcAft>
              <a:buSzPts val="1100"/>
              <a:buChar char="●"/>
            </a:pPr>
            <a:r>
              <a:rPr lang="en" sz="1200">
                <a:solidFill>
                  <a:srgbClr val="333333"/>
                </a:solidFill>
                <a:highlight>
                  <a:srgbClr val="FFFFFF"/>
                </a:highlight>
                <a:latin typeface="Roboto"/>
                <a:ea typeface="Roboto"/>
                <a:cs typeface="Roboto"/>
                <a:sym typeface="Roboto"/>
              </a:rPr>
              <a:t>ISSR -service unit supporting secondary analysis</a:t>
            </a:r>
            <a:endParaRPr sz="1200">
              <a:solidFill>
                <a:srgbClr val="333333"/>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2003, '09 SRC Closes, ISSR becomes Grant Support</a:t>
            </a:r>
            <a:endParaRPr sz="1200">
              <a:solidFill>
                <a:srgbClr val="333333"/>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The Archive continues as a solo unit as part of the Social Science Division </a:t>
            </a:r>
            <a:endParaRPr sz="1200">
              <a:solidFill>
                <a:srgbClr val="333333"/>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Acquired by the library in 2014 to continue services and broaden reach - idea is that data more interdisciplinary and we can serve more through the library,</a:t>
            </a:r>
            <a:endParaRPr sz="1200">
              <a:solidFill>
                <a:srgbClr val="333333"/>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333333"/>
              </a:buClr>
              <a:buSzPts val="1200"/>
              <a:buFont typeface="Roboto"/>
              <a:buChar char="●"/>
            </a:pPr>
            <a:r>
              <a:rPr lang="en" sz="1200">
                <a:solidFill>
                  <a:srgbClr val="333333"/>
                </a:solidFill>
                <a:highlight>
                  <a:srgbClr val="FFFFFF"/>
                </a:highlight>
                <a:latin typeface="Roboto"/>
                <a:ea typeface="Roboto"/>
                <a:cs typeface="Roboto"/>
                <a:sym typeface="Roboto"/>
              </a:rPr>
              <a:t>Move being planned now </a:t>
            </a:r>
            <a:endParaRPr sz="1200">
              <a:solidFill>
                <a:srgbClr val="333333"/>
              </a:solidFill>
              <a:highlight>
                <a:srgbClr val="FFFFFF"/>
              </a:highlight>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2af7b2be3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2af7b2be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2af8c94a46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2af8c94a46_0_3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2af7b2be3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2af7b2be3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Around 1985, tape reels is where data was stored - </a:t>
            </a:r>
            <a:endParaRPr/>
          </a:p>
          <a:p>
            <a:pPr indent="-298450" lvl="0" marL="457200" rtl="0" algn="l">
              <a:spcBef>
                <a:spcPts val="0"/>
              </a:spcBef>
              <a:spcAft>
                <a:spcPts val="0"/>
              </a:spcAft>
              <a:buSzPts val="1100"/>
              <a:buChar char="●"/>
            </a:pPr>
            <a:r>
              <a:rPr lang="en"/>
              <a:t>both data deposited by UCLA researchers and from other data archives (ICPSR) and </a:t>
            </a:r>
            <a:r>
              <a:rPr lang="en"/>
              <a:t>governmental</a:t>
            </a:r>
            <a:r>
              <a:rPr lang="en"/>
              <a:t> agencies (Census, BLS)</a:t>
            </a:r>
            <a:endParaRPr/>
          </a:p>
          <a:p>
            <a:pPr indent="-298450" lvl="0" marL="457200" rtl="0" algn="l">
              <a:spcBef>
                <a:spcPts val="0"/>
              </a:spcBef>
              <a:spcAft>
                <a:spcPts val="0"/>
              </a:spcAft>
              <a:buSzPts val="1100"/>
              <a:buChar char="●"/>
            </a:pPr>
            <a:r>
              <a:rPr lang="en"/>
              <a:t>Archive employed, technical data staff, statisticians, programmers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Mispelled name - that’s why I use my nickname, people always try to fix what thay think my name really is (Jina)</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af8c94a46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af8c94a46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24292E"/>
              </a:buClr>
              <a:buSzPts val="1200"/>
              <a:buChar char="●"/>
            </a:pPr>
            <a:r>
              <a:rPr lang="en" sz="1200">
                <a:solidFill>
                  <a:srgbClr val="24292E"/>
                </a:solidFill>
                <a:highlight>
                  <a:srgbClr val="FFFFFF"/>
                </a:highlight>
              </a:rPr>
              <a:t>Punch Card (early data analytic software)</a:t>
            </a:r>
            <a:endParaRPr sz="1200">
              <a:solidFill>
                <a:srgbClr val="24292E"/>
              </a:solidFill>
              <a:highlight>
                <a:srgbClr val="FFFFFF"/>
              </a:highlight>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Surveys were expensive to conduct -- led to setting up network for data sharing</a:t>
            </a:r>
            <a:endParaRPr sz="1200">
              <a:solidFill>
                <a:srgbClr val="24292E"/>
              </a:solidFill>
            </a:endParaRPr>
          </a:p>
          <a:p>
            <a:pPr indent="-304800" lvl="1" marL="914400" rtl="0" algn="l">
              <a:lnSpc>
                <a:spcPct val="115000"/>
              </a:lnSpc>
              <a:spcBef>
                <a:spcPts val="0"/>
              </a:spcBef>
              <a:spcAft>
                <a:spcPts val="0"/>
              </a:spcAft>
              <a:buClr>
                <a:srgbClr val="24292E"/>
              </a:buClr>
              <a:buSzPts val="1200"/>
              <a:buChar char="○"/>
            </a:pPr>
            <a:r>
              <a:rPr lang="en" sz="1200">
                <a:solidFill>
                  <a:srgbClr val="24292E"/>
                </a:solidFill>
              </a:rPr>
              <a:t>Tape era, cartridges, jukeboxes</a:t>
            </a:r>
            <a:endParaRPr sz="1200">
              <a:solidFill>
                <a:srgbClr val="24292E"/>
              </a:solidFill>
            </a:endParaRPr>
          </a:p>
          <a:p>
            <a:pPr indent="-304800" lvl="1" marL="914400" rtl="0" algn="l">
              <a:lnSpc>
                <a:spcPct val="115000"/>
              </a:lnSpc>
              <a:spcBef>
                <a:spcPts val="0"/>
              </a:spcBef>
              <a:spcAft>
                <a:spcPts val="0"/>
              </a:spcAft>
              <a:buClr>
                <a:srgbClr val="24292E"/>
              </a:buClr>
              <a:buSzPts val="1200"/>
              <a:buChar char="○"/>
            </a:pPr>
            <a:r>
              <a:rPr lang="en" sz="1200">
                <a:solidFill>
                  <a:srgbClr val="24292E"/>
                </a:solidFill>
              </a:rPr>
              <a:t>CD/DVD era, remember .bat files?</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333333"/>
                </a:solidFill>
                <a:highlight>
                  <a:srgbClr val="FFFFFF"/>
                </a:highlight>
                <a:latin typeface="Roboto"/>
                <a:ea typeface="Roboto"/>
                <a:cs typeface="Roboto"/>
                <a:sym typeface="Roboto"/>
              </a:rPr>
              <a:t>Many of the well known Stats packages have their origin in the mainframe era: SAS, SPSS, R (e.g. there’s a continuity between the eras)</a:t>
            </a:r>
            <a:endParaRPr sz="1200">
              <a:solidFill>
                <a:srgbClr val="333333"/>
              </a:solidFill>
              <a:highlight>
                <a:srgbClr val="FFFFFF"/>
              </a:highlight>
              <a:latin typeface="Roboto"/>
              <a:ea typeface="Roboto"/>
              <a:cs typeface="Roboto"/>
              <a:sym typeface="Roboto"/>
            </a:endParaRPr>
          </a:p>
          <a:p>
            <a:pPr indent="-304800" lvl="0" marL="457200" rtl="0" algn="l">
              <a:lnSpc>
                <a:spcPct val="115000"/>
              </a:lnSpc>
              <a:spcBef>
                <a:spcPts val="0"/>
              </a:spcBef>
              <a:spcAft>
                <a:spcPts val="0"/>
              </a:spcAft>
              <a:buClr>
                <a:srgbClr val="24292E"/>
              </a:buClr>
              <a:buSzPts val="1200"/>
              <a:buChar char="●"/>
            </a:pPr>
            <a:r>
              <a:rPr lang="en" sz="1200">
                <a:solidFill>
                  <a:srgbClr val="333333"/>
                </a:solidFill>
                <a:highlight>
                  <a:srgbClr val="FFFFFF"/>
                </a:highlight>
                <a:latin typeface="Roboto"/>
                <a:ea typeface="Roboto"/>
                <a:cs typeface="Roboto"/>
                <a:sym typeface="Roboto"/>
              </a:rPr>
              <a:t>Availability of data over the web obviated the need for sending around data, but the practices, support and experiences around data persist - technical data skills are irreplaceable in research</a:t>
            </a:r>
            <a:endParaRPr sz="1200">
              <a:solidFill>
                <a:srgbClr val="333333"/>
              </a:solidFill>
              <a:highlight>
                <a:srgbClr val="FFFFFF"/>
              </a:highlight>
              <a:latin typeface="Roboto"/>
              <a:ea typeface="Roboto"/>
              <a:cs typeface="Roboto"/>
              <a:sym typeface="Roboto"/>
            </a:endParaRPr>
          </a:p>
          <a:p>
            <a:pPr indent="0" lvl="0" marL="0" rtl="0" algn="l">
              <a:lnSpc>
                <a:spcPct val="115000"/>
              </a:lnSpc>
              <a:spcBef>
                <a:spcPts val="1200"/>
              </a:spcBef>
              <a:spcAft>
                <a:spcPts val="0"/>
              </a:spcAft>
              <a:buClr>
                <a:srgbClr val="000000"/>
              </a:buClr>
              <a:buSzPts val="1100"/>
              <a:buFont typeface="Arial"/>
              <a:buNone/>
            </a:pPr>
            <a:r>
              <a:t/>
            </a:r>
            <a:endParaRPr sz="1200">
              <a:solidFill>
                <a:srgbClr val="333333"/>
              </a:solidFill>
              <a:highlight>
                <a:srgbClr val="FFFFFF"/>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200">
              <a:solidFill>
                <a:srgbClr val="24292E"/>
              </a:solidFill>
            </a:endParaRPr>
          </a:p>
          <a:p>
            <a:pPr indent="0" lvl="0" marL="0" rtl="0" algn="l">
              <a:spcBef>
                <a:spcPts val="0"/>
              </a:spcBef>
              <a:spcAft>
                <a:spcPts val="0"/>
              </a:spcAft>
              <a:buNone/>
            </a:pPr>
            <a:r>
              <a:t/>
            </a:r>
            <a:endParaRPr sz="1200">
              <a:solidFill>
                <a:srgbClr val="24292E"/>
              </a:solidFill>
              <a:highlight>
                <a:srgbClr val="FFFFFF"/>
              </a:highlight>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2af7b2be3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2af7b2be3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Data Archives Library hired programmer /tech consultant with UCLA Research Library to provide information and research support for 1970 censu</a:t>
            </a:r>
            <a:endParaRPr/>
          </a:p>
          <a:p>
            <a:pPr indent="-298450" lvl="0" marL="457200" rtl="0" algn="l">
              <a:spcBef>
                <a:spcPts val="0"/>
              </a:spcBef>
              <a:spcAft>
                <a:spcPts val="0"/>
              </a:spcAft>
              <a:buSzPts val="1100"/>
              <a:buChar char="●"/>
            </a:pPr>
            <a:r>
              <a:rPr lang="en"/>
              <a:t>Technical consultations</a:t>
            </a:r>
            <a:endParaRPr/>
          </a:p>
          <a:p>
            <a:pPr indent="-298450" lvl="0" marL="457200" rtl="0" algn="l">
              <a:spcBef>
                <a:spcPts val="0"/>
              </a:spcBef>
              <a:spcAft>
                <a:spcPts val="0"/>
              </a:spcAft>
              <a:buSzPts val="1100"/>
              <a:buChar char="●"/>
            </a:pPr>
            <a:r>
              <a:rPr lang="en"/>
              <a:t>Data archive put on seminars in addition to course related instruction and stand alone classes on tools and data</a:t>
            </a:r>
            <a:endParaRPr/>
          </a:p>
          <a:p>
            <a:pPr indent="-298450" lvl="0" marL="457200" rtl="0" algn="l">
              <a:spcBef>
                <a:spcPts val="0"/>
              </a:spcBef>
              <a:spcAft>
                <a:spcPts val="0"/>
              </a:spcAft>
              <a:buSzPts val="1100"/>
              <a:buChar char="●"/>
            </a:pPr>
            <a:r>
              <a:rPr lang="en"/>
              <a:t>Archive provide help with finding grants and project inception </a:t>
            </a:r>
            <a:endParaRPr/>
          </a:p>
          <a:p>
            <a:pPr indent="-298450" lvl="0" marL="457200" rtl="0" algn="l">
              <a:spcBef>
                <a:spcPts val="0"/>
              </a:spcBef>
              <a:spcAft>
                <a:spcPts val="0"/>
              </a:spcAft>
              <a:buSzPts val="1100"/>
              <a:buChar char="●"/>
            </a:pPr>
            <a:r>
              <a:rPr lang="en"/>
              <a:t>“On-line” files and tapes were service via mainframe system</a:t>
            </a:r>
            <a:endParaRPr/>
          </a:p>
          <a:p>
            <a:pPr indent="-298450" lvl="0" marL="457200" rtl="0" algn="l">
              <a:spcBef>
                <a:spcPts val="0"/>
              </a:spcBef>
              <a:spcAft>
                <a:spcPts val="0"/>
              </a:spcAft>
              <a:buSzPts val="1100"/>
              <a:buChar char="●"/>
            </a:pPr>
            <a:r>
              <a:rPr lang="en"/>
              <a:t>Ironically, once we moved to web, the archive activities are harder to recover, but Jamie indicates the continued instruction, consulting, and archive services </a:t>
            </a:r>
            <a:endParaRPr/>
          </a:p>
          <a:p>
            <a:pPr indent="-298450" lvl="1" marL="914400" rtl="0" algn="l">
              <a:spcBef>
                <a:spcPts val="0"/>
              </a:spcBef>
              <a:spcAft>
                <a:spcPts val="0"/>
              </a:spcAft>
              <a:buSzPts val="1100"/>
              <a:buChar char="○"/>
            </a:pPr>
            <a:r>
              <a:rPr lang="en"/>
              <a:t>The Archive put up web accessible repository of their collections</a:t>
            </a:r>
            <a:endParaRPr/>
          </a:p>
          <a:p>
            <a:pPr indent="-298450" lvl="1" marL="914400" rtl="0" algn="l">
              <a:spcBef>
                <a:spcPts val="0"/>
              </a:spcBef>
              <a:spcAft>
                <a:spcPts val="0"/>
              </a:spcAft>
              <a:buSzPts val="1100"/>
              <a:buChar char="○"/>
            </a:pPr>
            <a:r>
              <a:rPr lang="en"/>
              <a:t>The need to get tapes from Archives disappeared, but the data support around these continued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af8c94a46_0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af8c94a46_0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These collections were curated for discovery and long-term reuse by Archive staff </a:t>
            </a:r>
            <a:endParaRPr/>
          </a:p>
          <a:p>
            <a:pPr indent="-298450" lvl="0" marL="457200" rtl="0" algn="l">
              <a:spcBef>
                <a:spcPts val="0"/>
              </a:spcBef>
              <a:spcAft>
                <a:spcPts val="0"/>
              </a:spcAft>
              <a:buSzPts val="1100"/>
              <a:buChar char="●"/>
            </a:pPr>
            <a:r>
              <a:rPr lang="en"/>
              <a:t>By comparison ICPSR -the leader in soc sci data archiving and well staffed has approx. 9000 data sets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2af8c94a46_0_37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g2af8c94a46_0_3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af8c94a46_0_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af8c94a46_0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24292E"/>
              </a:buClr>
              <a:buSzPts val="1200"/>
              <a:buChar char="●"/>
            </a:pPr>
            <a:r>
              <a:rPr lang="en" sz="1200">
                <a:solidFill>
                  <a:srgbClr val="24292E"/>
                </a:solidFill>
              </a:rPr>
              <a:t>REFLECTION POINT in transition</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How do we align our services to support this transition?</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b="1" lang="en" sz="1200">
                <a:solidFill>
                  <a:srgbClr val="24292E"/>
                </a:solidFill>
              </a:rPr>
              <a:t>Implied in this quote is the motivation for the discipline of data science</a:t>
            </a:r>
            <a:r>
              <a:rPr lang="en" sz="1200">
                <a:solidFill>
                  <a:srgbClr val="24292E"/>
                </a:solidFill>
              </a:rPr>
              <a:t> (the author is a data scientist for Apple)</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DS requires combinded skills in CS, stats and some ability to work with disciplinary data </a:t>
            </a:r>
            <a:endParaRPr sz="1200">
              <a:solidFill>
                <a:srgbClr val="24292E"/>
              </a:solidFill>
            </a:endParaRPr>
          </a:p>
          <a:p>
            <a:pPr indent="-298450" lvl="1" marL="914400" rtl="0" algn="l">
              <a:lnSpc>
                <a:spcPct val="115000"/>
              </a:lnSpc>
              <a:spcBef>
                <a:spcPts val="0"/>
              </a:spcBef>
              <a:spcAft>
                <a:spcPts val="0"/>
              </a:spcAft>
              <a:buClr>
                <a:schemeClr val="dk1"/>
              </a:buClr>
              <a:buSzPts val="1100"/>
              <a:buAutoNum type="alphaLcPeriod"/>
            </a:pPr>
            <a:r>
              <a:rPr lang="en" sz="1200">
                <a:solidFill>
                  <a:srgbClr val="24292E"/>
                </a:solidFill>
              </a:rPr>
              <a:t>These are critical skills for </a:t>
            </a:r>
            <a:r>
              <a:rPr b="1" lang="en" sz="1200">
                <a:solidFill>
                  <a:srgbClr val="24292E"/>
                </a:solidFill>
              </a:rPr>
              <a:t>data-centric computationally intensive research</a:t>
            </a:r>
            <a:r>
              <a:rPr lang="en" sz="1200">
                <a:solidFill>
                  <a:srgbClr val="24292E"/>
                </a:solidFill>
              </a:rPr>
              <a:t>.</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b="1" lang="en" sz="1200">
                <a:solidFill>
                  <a:srgbClr val="24292E"/>
                </a:solidFill>
              </a:rPr>
              <a:t>How we create and understand data is critical</a:t>
            </a:r>
            <a:r>
              <a:rPr lang="en" sz="1200">
                <a:solidFill>
                  <a:srgbClr val="24292E"/>
                </a:solidFill>
              </a:rPr>
              <a:t> to the precepts of good science - science at it's core needs to be repeatable</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Transparency in research an overarching goal</a:t>
            </a:r>
            <a:endParaRPr sz="1200">
              <a:solidFill>
                <a:srgbClr val="24292E"/>
              </a:solidFill>
            </a:endParaRPr>
          </a:p>
          <a:p>
            <a:pPr indent="0" lvl="0" marL="0" rtl="0" algn="l">
              <a:lnSpc>
                <a:spcPct val="115000"/>
              </a:lnSpc>
              <a:spcBef>
                <a:spcPts val="1200"/>
              </a:spcBef>
              <a:spcAft>
                <a:spcPts val="0"/>
              </a:spcAft>
              <a:buNone/>
            </a:pPr>
            <a:r>
              <a:t/>
            </a:r>
            <a:endParaRPr sz="1200">
              <a:solidFill>
                <a:srgbClr val="24292E"/>
              </a:solidFill>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afd72669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afd72669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af8c94a46_0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2af8c94a46_0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24292E"/>
              </a:buClr>
              <a:buSzPts val="1200"/>
              <a:buChar char="●"/>
            </a:pPr>
            <a:r>
              <a:rPr lang="en" sz="1200">
                <a:solidFill>
                  <a:srgbClr val="24292E"/>
                </a:solidFill>
              </a:rPr>
              <a:t>Help researcher with project inception and research questions (in context of the data they have or will create)</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Review data sources and help provide provenance documentation </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Create/review </a:t>
            </a:r>
            <a:r>
              <a:rPr b="1" lang="en" sz="1200">
                <a:solidFill>
                  <a:srgbClr val="24292E"/>
                </a:solidFill>
              </a:rPr>
              <a:t>data management plans</a:t>
            </a:r>
            <a:endParaRPr b="1"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Help with filenames, standard terminology</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Choosing stable file formats</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Help identifying suitable repositories (including own DataDen)</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Documenting data transformations, coding review &amp; best practices</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Support for analysis of data and replication of research claims</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Provide data curation and stewardship of data for long term reuse and discovery</a:t>
            </a:r>
            <a:endParaRPr sz="1200">
              <a:solidFill>
                <a:srgbClr val="24292E"/>
              </a:solidFill>
            </a:endParaRPr>
          </a:p>
          <a:p>
            <a:pPr indent="0" lvl="0" marL="0" rtl="0" algn="l">
              <a:spcBef>
                <a:spcPts val="120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af8c94a46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af8c94a46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This </a:t>
            </a:r>
            <a:r>
              <a:rPr b="1" lang="en"/>
              <a:t>reflects</a:t>
            </a:r>
            <a:r>
              <a:rPr b="1" lang="en"/>
              <a:t> the state of current research</a:t>
            </a:r>
            <a:r>
              <a:rPr lang="en"/>
              <a:t> - social scientists are engaged in these methods </a:t>
            </a:r>
            <a:endParaRPr/>
          </a:p>
          <a:p>
            <a:pPr indent="-298450" lvl="1" marL="914400" rtl="0" algn="l">
              <a:spcBef>
                <a:spcPts val="0"/>
              </a:spcBef>
              <a:spcAft>
                <a:spcPts val="0"/>
              </a:spcAft>
              <a:buSzPts val="1100"/>
              <a:buChar char="○"/>
            </a:pPr>
            <a:r>
              <a:rPr lang="en"/>
              <a:t>5 years ago Soc Sci were more concerned with quantitative research, but now it’s text as data </a:t>
            </a:r>
            <a:endParaRPr/>
          </a:p>
          <a:p>
            <a:pPr indent="-298450" lvl="1" marL="914400" rtl="0" algn="l">
              <a:spcBef>
                <a:spcPts val="0"/>
              </a:spcBef>
              <a:spcAft>
                <a:spcPts val="0"/>
              </a:spcAft>
              <a:buSzPts val="1100"/>
              <a:buChar char="○"/>
            </a:pPr>
            <a:r>
              <a:rPr lang="en"/>
              <a:t>I took 2 week boot camps on ML while at UCSD to respond to this need</a:t>
            </a:r>
            <a:endParaRPr/>
          </a:p>
          <a:p>
            <a:pPr indent="-298450" lvl="0" marL="457200" rtl="0" algn="l">
              <a:spcBef>
                <a:spcPts val="0"/>
              </a:spcBef>
              <a:spcAft>
                <a:spcPts val="0"/>
              </a:spcAft>
              <a:buSzPts val="1100"/>
              <a:buChar char="●"/>
            </a:pPr>
            <a:r>
              <a:rPr lang="en"/>
              <a:t>The archive should be the </a:t>
            </a:r>
            <a:r>
              <a:rPr b="1" lang="en"/>
              <a:t>hub for advanced research technologies support in the library</a:t>
            </a:r>
            <a:r>
              <a:rPr lang="en"/>
              <a:t> and partner with campus entities to provide a full spectrum support</a:t>
            </a:r>
            <a:endParaRPr/>
          </a:p>
          <a:p>
            <a:pPr indent="-298450" lvl="1" marL="914400" rtl="0" algn="l">
              <a:spcBef>
                <a:spcPts val="0"/>
              </a:spcBef>
              <a:spcAft>
                <a:spcPts val="0"/>
              </a:spcAft>
              <a:buSzPts val="1100"/>
              <a:buChar char="○"/>
            </a:pPr>
            <a:r>
              <a:rPr lang="en"/>
              <a:t>This has a certain nice cycle - archives originated and were enabled by advances in centralized computing at academic and in statistical methods and computing - the data at scale and data science techniques are an extension </a:t>
            </a:r>
            <a:endParaRPr/>
          </a:p>
          <a:p>
            <a:pPr indent="-298450" lvl="1" marL="914400" rtl="0" algn="l">
              <a:spcBef>
                <a:spcPts val="0"/>
              </a:spcBef>
              <a:spcAft>
                <a:spcPts val="0"/>
              </a:spcAft>
              <a:buSzPts val="1100"/>
              <a:buChar char="○"/>
            </a:pPr>
            <a:r>
              <a:rPr lang="en"/>
              <a:t>This is also a trend at other Archives (CISER provides HPC support, ODUM data science)</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af8c94a46_0_5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2af8c94a46_0_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We will continue to help researchers s</a:t>
            </a:r>
            <a:r>
              <a:rPr b="1" lang="en"/>
              <a:t>tructure, describe and package </a:t>
            </a:r>
            <a:r>
              <a:rPr lang="en"/>
              <a:t>their data for long term use</a:t>
            </a:r>
            <a:endParaRPr/>
          </a:p>
          <a:p>
            <a:pPr indent="-298450" lvl="0" marL="457200" rtl="0" algn="l">
              <a:spcBef>
                <a:spcPts val="0"/>
              </a:spcBef>
              <a:spcAft>
                <a:spcPts val="0"/>
              </a:spcAft>
              <a:buSzPts val="1100"/>
              <a:buChar char="●"/>
            </a:pPr>
            <a:r>
              <a:rPr lang="en"/>
              <a:t>We will also provide</a:t>
            </a:r>
            <a:r>
              <a:rPr b="1" lang="en"/>
              <a:t> technical infrastructure for sharing and publishing data </a:t>
            </a:r>
            <a:endParaRPr b="1"/>
          </a:p>
          <a:p>
            <a:pPr indent="-298450" lvl="0" marL="457200" rtl="0" algn="l">
              <a:spcBef>
                <a:spcPts val="0"/>
              </a:spcBef>
              <a:spcAft>
                <a:spcPts val="0"/>
              </a:spcAft>
              <a:buSzPts val="1100"/>
              <a:buChar char="●"/>
            </a:pPr>
            <a:r>
              <a:rPr lang="en"/>
              <a:t>And will introduce important concepts like</a:t>
            </a:r>
            <a:r>
              <a:rPr b="1" lang="en"/>
              <a:t> reproducible research</a:t>
            </a:r>
            <a:r>
              <a:rPr lang="en"/>
              <a:t> (this makes the data better when they deposit) </a:t>
            </a:r>
            <a:endParaRPr/>
          </a:p>
          <a:p>
            <a:pPr indent="-298450" lvl="0" marL="457200" rtl="0" algn="l">
              <a:spcBef>
                <a:spcPts val="0"/>
              </a:spcBef>
              <a:spcAft>
                <a:spcPts val="0"/>
              </a:spcAft>
              <a:buSzPts val="1100"/>
              <a:buChar char="●"/>
            </a:pPr>
            <a:r>
              <a:rPr lang="en"/>
              <a:t>Finally, we are engaged with the international data communities and standards developments and will help shape and advocate adoption</a:t>
            </a:r>
            <a:endParaRPr/>
          </a:p>
          <a:p>
            <a:pPr indent="-298450" lvl="0" marL="457200" rtl="0" algn="l">
              <a:spcBef>
                <a:spcPts val="0"/>
              </a:spcBef>
              <a:spcAft>
                <a:spcPts val="0"/>
              </a:spcAft>
              <a:buSzPts val="1100"/>
              <a:buChar char="●"/>
            </a:pPr>
            <a:r>
              <a:rPr lang="en"/>
              <a:t>Open Researcher and Contributor ID - unique idea for a </a:t>
            </a:r>
            <a:r>
              <a:rPr lang="en"/>
              <a:t>researcher</a:t>
            </a:r>
            <a:r>
              <a:rPr lang="en"/>
              <a:t>, good for tying together researchers work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af8c94a46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g2af8c94a46_0_3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rgbClr val="000000"/>
              </a:buClr>
              <a:buFont typeface="Arial"/>
              <a:buNone/>
            </a:pPr>
            <a:r>
              <a:rPr b="0" i="0" lang="en" sz="1200" u="none" cap="none" strike="noStrike">
                <a:solidFill>
                  <a:schemeClr val="dk1"/>
                </a:solidFill>
                <a:latin typeface="Calibri"/>
                <a:ea typeface="Calibri"/>
                <a:cs typeface="Calibri"/>
                <a:sym typeface="Calibri"/>
              </a:rPr>
              <a:t>In report after report from the NSF about research and career development, the need for skills in software development and data science tops the list.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2af8c94a46_0_4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g2af8c94a46_0_4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Font typeface="Calibri"/>
              <a:buNone/>
            </a:pPr>
            <a:r>
              <a:rPr b="0" i="0" lang="en" sz="1200" u="none" cap="none" strike="noStrike">
                <a:solidFill>
                  <a:schemeClr val="dk1"/>
                </a:solidFill>
                <a:latin typeface="Calibri"/>
                <a:ea typeface="Calibri"/>
                <a:cs typeface="Calibri"/>
                <a:sym typeface="Calibri"/>
              </a:rPr>
              <a:t>In report after report from the NSF about research and career development, the need for skills in software development and data science tops the list.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chemeClr val="dk1"/>
              </a:buClr>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Clr>
                <a:schemeClr val="dk1"/>
              </a:buClr>
              <a:buFont typeface="Calibri"/>
              <a:buNone/>
            </a:pPr>
            <a:r>
              <a:rPr lang="en" sz="1200">
                <a:solidFill>
                  <a:schemeClr val="dk1"/>
                </a:solidFill>
                <a:latin typeface="Calibri"/>
                <a:ea typeface="Calibri"/>
                <a:cs typeface="Calibri"/>
                <a:sym typeface="Calibri"/>
              </a:rPr>
              <a:t>Training will be key ingredient for the data archive and how we help researchers and library professional gain skills so they can better engage with research. </a:t>
            </a:r>
            <a:endParaRPr sz="1200">
              <a:solidFill>
                <a:schemeClr val="dk1"/>
              </a:solidFill>
              <a:latin typeface="Calibri"/>
              <a:ea typeface="Calibri"/>
              <a:cs typeface="Calibri"/>
              <a:sym typeface="Calibri"/>
            </a:endParaRPr>
          </a:p>
        </p:txBody>
      </p:sp>
      <p:sp>
        <p:nvSpPr>
          <p:cNvPr id="337" name="Google Shape;337;g2af8c94a46_0_449:notes"/>
          <p:cNvSpPr txBox="1"/>
          <p:nvPr>
            <p:ph idx="12" type="sldNum"/>
          </p:nvPr>
        </p:nvSpPr>
        <p:spPr>
          <a:xfrm>
            <a:off x="3884612"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chemeClr val="dk1"/>
              </a:buClr>
              <a:buFont typeface="Calibri"/>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2af8c94a46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2af8c94a46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rgbClr val="24292E"/>
              </a:buClr>
              <a:buSzPts val="1200"/>
              <a:buChar char="●"/>
            </a:pPr>
            <a:r>
              <a:rPr lang="en" sz="1200">
                <a:solidFill>
                  <a:srgbClr val="24292E"/>
                </a:solidFill>
              </a:rPr>
              <a:t>The DATA archive will be the organizing entity for delivering Software &amp; Data Carpentry workshops for the library, </a:t>
            </a:r>
            <a:endParaRPr sz="1200">
              <a:solidFill>
                <a:srgbClr val="24292E"/>
              </a:solidFill>
            </a:endParaRPr>
          </a:p>
          <a:p>
            <a:pPr indent="-304800" lvl="1" marL="914400" rtl="0" algn="l">
              <a:lnSpc>
                <a:spcPct val="115000"/>
              </a:lnSpc>
              <a:spcBef>
                <a:spcPts val="0"/>
              </a:spcBef>
              <a:spcAft>
                <a:spcPts val="0"/>
              </a:spcAft>
              <a:buClr>
                <a:srgbClr val="24292E"/>
              </a:buClr>
              <a:buSzPts val="1200"/>
              <a:buAutoNum type="alphaLcPeriod"/>
            </a:pPr>
            <a:r>
              <a:rPr lang="en" sz="1200">
                <a:solidFill>
                  <a:srgbClr val="24292E"/>
                </a:solidFill>
              </a:rPr>
              <a:t>We aim to have on of each bootcamp workshop (SW, DC and LC per quarter)</a:t>
            </a:r>
            <a:endParaRPr sz="1200">
              <a:solidFill>
                <a:srgbClr val="24292E"/>
              </a:solidFill>
            </a:endParaRPr>
          </a:p>
          <a:p>
            <a:pPr indent="-304800" lvl="1" marL="914400" rtl="0" algn="l">
              <a:lnSpc>
                <a:spcPct val="115000"/>
              </a:lnSpc>
              <a:spcBef>
                <a:spcPts val="0"/>
              </a:spcBef>
              <a:spcAft>
                <a:spcPts val="0"/>
              </a:spcAft>
              <a:buClr>
                <a:srgbClr val="24292E"/>
              </a:buClr>
              <a:buSzPts val="1200"/>
              <a:buAutoNum type="alphaLcPeriod"/>
            </a:pPr>
            <a:r>
              <a:rPr lang="en" sz="1200">
                <a:solidFill>
                  <a:srgbClr val="24292E"/>
                </a:solidFill>
              </a:rPr>
              <a:t>We will need help delivering these, so if interested contact us</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If you aren’t familar with the carpentries: </a:t>
            </a:r>
            <a:endParaRPr sz="1200">
              <a:solidFill>
                <a:srgbClr val="24292E"/>
              </a:solidFill>
            </a:endParaRPr>
          </a:p>
          <a:p>
            <a:pPr indent="-298450" lvl="1" marL="914400" rtl="0" algn="l">
              <a:lnSpc>
                <a:spcPct val="115000"/>
              </a:lnSpc>
              <a:spcBef>
                <a:spcPts val="0"/>
              </a:spcBef>
              <a:spcAft>
                <a:spcPts val="0"/>
              </a:spcAft>
              <a:buClr>
                <a:schemeClr val="dk1"/>
              </a:buClr>
              <a:buSzPts val="1100"/>
              <a:buAutoNum type="alphaLcPeriod"/>
            </a:pPr>
            <a:r>
              <a:rPr lang="en" sz="1200">
                <a:solidFill>
                  <a:srgbClr val="24292E"/>
                </a:solidFill>
              </a:rPr>
              <a:t>SWC - Software development best practices (Domain agnostic) - Code modularity, problem decomposition skills, and DRY concepts (writing functions)</a:t>
            </a:r>
            <a:endParaRPr sz="1200">
              <a:solidFill>
                <a:srgbClr val="24292E"/>
              </a:solidFill>
            </a:endParaRPr>
          </a:p>
          <a:p>
            <a:pPr indent="-298450" lvl="1" marL="914400" rtl="0" algn="l">
              <a:lnSpc>
                <a:spcPct val="115000"/>
              </a:lnSpc>
              <a:spcBef>
                <a:spcPts val="0"/>
              </a:spcBef>
              <a:spcAft>
                <a:spcPts val="0"/>
              </a:spcAft>
              <a:buClr>
                <a:schemeClr val="dk1"/>
              </a:buClr>
              <a:buSzPts val="1100"/>
              <a:buAutoNum type="alphaLcPeriod"/>
            </a:pPr>
            <a:r>
              <a:rPr lang="en" sz="1200">
                <a:solidFill>
                  <a:srgbClr val="24292E"/>
                </a:solidFill>
              </a:rPr>
              <a:t>DC - Working effectively with data includes domain-specific content, data organization/management, data lit, data analysis, project based skills</a:t>
            </a:r>
            <a:endParaRPr sz="1200">
              <a:solidFill>
                <a:srgbClr val="24292E"/>
              </a:solidFill>
            </a:endParaRPr>
          </a:p>
          <a:p>
            <a:pPr indent="-298450" lvl="1" marL="914400" rtl="0" algn="l">
              <a:lnSpc>
                <a:spcPct val="115000"/>
              </a:lnSpc>
              <a:spcBef>
                <a:spcPts val="0"/>
              </a:spcBef>
              <a:spcAft>
                <a:spcPts val="0"/>
              </a:spcAft>
              <a:buClr>
                <a:schemeClr val="dk1"/>
              </a:buClr>
              <a:buSzPts val="1100"/>
              <a:buAutoNum type="alphaLcPeriod"/>
            </a:pPr>
            <a:r>
              <a:rPr lang="en" sz="1200">
                <a:solidFill>
                  <a:srgbClr val="24292E"/>
                </a:solidFill>
              </a:rPr>
              <a:t>LC - a bit of both, computational basics, benefits of automation, data 101 -- </a:t>
            </a:r>
            <a:r>
              <a:rPr b="1" lang="en" sz="1200">
                <a:solidFill>
                  <a:srgbClr val="24292E"/>
                </a:solidFill>
              </a:rPr>
              <a:t>getting librarians ready to support and then teach researchers on best practices in data and software</a:t>
            </a:r>
            <a:endParaRPr b="1"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These are all based on a community of practice model (situated learning) - peer focused - where lessons are collaboratively authored and maintained</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There’s a global volunteer network of instructors trained in research based pedagogical practices</a:t>
            </a:r>
            <a:endParaRPr sz="1200">
              <a:solidFill>
                <a:srgbClr val="24292E"/>
              </a:solidFill>
            </a:endParaRPr>
          </a:p>
          <a:p>
            <a:pPr indent="-304800" lvl="0" marL="457200" rtl="0" algn="l">
              <a:lnSpc>
                <a:spcPct val="115000"/>
              </a:lnSpc>
              <a:spcBef>
                <a:spcPts val="0"/>
              </a:spcBef>
              <a:spcAft>
                <a:spcPts val="0"/>
              </a:spcAft>
              <a:buClr>
                <a:srgbClr val="24292E"/>
              </a:buClr>
              <a:buSzPts val="1200"/>
              <a:buChar char="●"/>
            </a:pPr>
            <a:r>
              <a:rPr lang="en" sz="1200">
                <a:solidFill>
                  <a:srgbClr val="24292E"/>
                </a:solidFill>
              </a:rPr>
              <a:t>I’m hoping the carpentries are a way that librarians can develop their skills, become involved with the data archive and help teach other librarians and researchers. </a:t>
            </a:r>
            <a:endParaRPr sz="1200">
              <a:solidFill>
                <a:srgbClr val="24292E"/>
              </a:solidFill>
            </a:endParaRPr>
          </a:p>
          <a:p>
            <a:pPr indent="0" lvl="0" marL="0" rtl="0" algn="l">
              <a:lnSpc>
                <a:spcPct val="115000"/>
              </a:lnSpc>
              <a:spcBef>
                <a:spcPts val="1200"/>
              </a:spcBef>
              <a:spcAft>
                <a:spcPts val="1200"/>
              </a:spcAft>
              <a:buNone/>
            </a:pPr>
            <a:r>
              <a:t/>
            </a:r>
            <a:endParaRPr sz="1200">
              <a:solidFill>
                <a:srgbClr val="24292E"/>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2af8c94a46_0_5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2af8c94a46_0_5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afd72669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2afd72669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Current quarter gives a sense of where we are headed: </a:t>
            </a:r>
            <a:endParaRPr/>
          </a:p>
          <a:p>
            <a:pPr indent="-298450" lvl="1" marL="914400" rtl="0" algn="l">
              <a:spcBef>
                <a:spcPts val="0"/>
              </a:spcBef>
              <a:spcAft>
                <a:spcPts val="0"/>
              </a:spcAft>
              <a:buSzPts val="1100"/>
              <a:buChar char="○"/>
            </a:pPr>
            <a:r>
              <a:rPr lang="en"/>
              <a:t>One off R, python and other tech course</a:t>
            </a:r>
            <a:endParaRPr/>
          </a:p>
          <a:p>
            <a:pPr indent="-298450" lvl="1" marL="914400" rtl="0" algn="l">
              <a:spcBef>
                <a:spcPts val="0"/>
              </a:spcBef>
              <a:spcAft>
                <a:spcPts val="0"/>
              </a:spcAft>
              <a:buSzPts val="1100"/>
              <a:buChar char="○"/>
            </a:pPr>
            <a:r>
              <a:rPr lang="en"/>
              <a:t>We like working with departmental needs (something the ARchive has always done), but will offer open courses in these topics</a:t>
            </a:r>
            <a:endParaRPr/>
          </a:p>
          <a:p>
            <a:pPr indent="-298450" lvl="0" marL="457200" rtl="0" algn="l">
              <a:spcBef>
                <a:spcPts val="0"/>
              </a:spcBef>
              <a:spcAft>
                <a:spcPts val="0"/>
              </a:spcAft>
              <a:buSzPts val="1100"/>
              <a:buChar char="●"/>
            </a:pPr>
            <a:r>
              <a:rPr lang="en"/>
              <a:t>We will bring in experts to teach workshops like the Open Science Framework</a:t>
            </a:r>
            <a:endParaRPr/>
          </a:p>
          <a:p>
            <a:pPr indent="-298450" lvl="0" marL="457200" rtl="0" algn="l">
              <a:spcBef>
                <a:spcPts val="0"/>
              </a:spcBef>
              <a:spcAft>
                <a:spcPts val="0"/>
              </a:spcAft>
              <a:buSzPts val="1100"/>
              <a:buChar char="●"/>
            </a:pPr>
            <a:r>
              <a:rPr lang="en"/>
              <a:t>And offer bootcamp carpentries </a:t>
            </a:r>
            <a:endParaRPr/>
          </a:p>
          <a:p>
            <a:pPr indent="-298450" lvl="0" marL="457200" rtl="0" algn="l">
              <a:spcBef>
                <a:spcPts val="0"/>
              </a:spcBef>
              <a:spcAft>
                <a:spcPts val="0"/>
              </a:spcAft>
              <a:buSzPts val="1100"/>
              <a:buChar char="●"/>
            </a:pPr>
            <a:r>
              <a:rPr lang="en"/>
              <a:t>We will also provide instruction designed for librarians (library carpentry) and data </a:t>
            </a:r>
            <a:r>
              <a:rPr lang="en"/>
              <a:t>management</a:t>
            </a:r>
            <a:r>
              <a:rPr lang="en"/>
              <a:t> workshops like 23RD Things</a:t>
            </a:r>
            <a:endParaRPr/>
          </a:p>
          <a:p>
            <a:pPr indent="-298450" lvl="1" marL="914400" rtl="0" algn="l">
              <a:spcBef>
                <a:spcPts val="0"/>
              </a:spcBef>
              <a:spcAft>
                <a:spcPts val="0"/>
              </a:spcAft>
              <a:buSzPts val="1100"/>
              <a:buChar char="○"/>
            </a:pPr>
            <a:r>
              <a:rPr lang="en"/>
              <a:t>The desire is to help librarians become more data and code savvy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2af8c94a46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2af8c94a46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af8c94a46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af8c94a46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af7b2be32_2_14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g2af7b2be32_2_1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4"/>
          <p:cNvSpPr txBox="1"/>
          <p:nvPr>
            <p:ph type="ctrTitle"/>
          </p:nvPr>
        </p:nvSpPr>
        <p:spPr>
          <a:xfrm>
            <a:off x="685800" y="1597819"/>
            <a:ext cx="7772400" cy="1102519"/>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8" name="Google Shape;58;p14"/>
          <p:cNvSpPr txBox="1"/>
          <p:nvPr>
            <p:ph idx="1" type="subTitle"/>
          </p:nvPr>
        </p:nvSpPr>
        <p:spPr>
          <a:xfrm>
            <a:off x="1371600" y="2914650"/>
            <a:ext cx="6400800" cy="1314450"/>
          </a:xfrm>
          <a:prstGeom prst="rect">
            <a:avLst/>
          </a:prstGeom>
          <a:noFill/>
          <a:ln>
            <a:noFill/>
          </a:ln>
        </p:spPr>
        <p:txBody>
          <a:bodyPr anchorCtr="0" anchor="t" bIns="91425" lIns="91425" spcFirstLastPara="1" rIns="91425" wrap="square" tIns="91425">
            <a:noAutofit/>
          </a:bodyPr>
          <a:lstStyle>
            <a:lvl1pPr indent="0" lvl="0" marL="0" marR="0" rtl="0" algn="ctr">
              <a:spcBef>
                <a:spcPts val="640"/>
              </a:spcBef>
              <a:spcAft>
                <a:spcPts val="0"/>
              </a:spcAft>
              <a:buClr>
                <a:srgbClr val="888888"/>
              </a:buClr>
              <a:buSzPts val="3200"/>
              <a:buFont typeface="Arial"/>
              <a:buNone/>
              <a:defRPr b="0" i="0" sz="3200" u="none" cap="none" strike="noStrike">
                <a:solidFill>
                  <a:srgbClr val="888888"/>
                </a:solidFill>
                <a:latin typeface="Calibri"/>
                <a:ea typeface="Calibri"/>
                <a:cs typeface="Calibri"/>
                <a:sym typeface="Calibri"/>
              </a:defRPr>
            </a:lvl1pPr>
            <a:lvl2pPr indent="0" lvl="1" marL="457200" marR="0" rtl="0" algn="ctr">
              <a:spcBef>
                <a:spcPts val="560"/>
              </a:spcBef>
              <a:spcAft>
                <a:spcPts val="0"/>
              </a:spcAft>
              <a:buClr>
                <a:srgbClr val="888888"/>
              </a:buClr>
              <a:buSzPts val="2800"/>
              <a:buFont typeface="Arial"/>
              <a:buNone/>
              <a:defRPr b="0" i="0" sz="2800" u="none" cap="none" strike="noStrike">
                <a:solidFill>
                  <a:srgbClr val="888888"/>
                </a:solidFill>
                <a:latin typeface="Calibri"/>
                <a:ea typeface="Calibri"/>
                <a:cs typeface="Calibri"/>
                <a:sym typeface="Calibri"/>
              </a:defRPr>
            </a:lvl2pPr>
            <a:lvl3pPr indent="0" lvl="2" marL="914400" marR="0" rtl="0" algn="ctr">
              <a:spcBef>
                <a:spcPts val="48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3pPr>
            <a:lvl4pPr indent="0" lvl="3" marL="13716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4pPr>
            <a:lvl5pPr indent="0" lvl="4" marL="18288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5pPr>
            <a:lvl6pPr indent="0" lvl="5" marL="22860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indent="0" lvl="6" marL="27432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indent="0" lvl="7" marL="32004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indent="0" lvl="8" marL="3657600"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59" name="Google Shape;59;p14"/>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0" name="Google Shape;60;p14"/>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1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2" name="Shape 62"/>
        <p:cNvGrpSpPr/>
        <p:nvPr/>
      </p:nvGrpSpPr>
      <p:grpSpPr>
        <a:xfrm>
          <a:off x="0" y="0"/>
          <a:ext cx="0" cy="0"/>
          <a:chOff x="0" y="0"/>
          <a:chExt cx="0" cy="0"/>
        </a:xfrm>
      </p:grpSpPr>
      <p:sp>
        <p:nvSpPr>
          <p:cNvPr id="63" name="Google Shape;63;p15"/>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64" name="Google Shape;64;p15"/>
          <p:cNvSpPr txBox="1"/>
          <p:nvPr>
            <p:ph idx="1" type="body"/>
          </p:nvPr>
        </p:nvSpPr>
        <p:spPr>
          <a:xfrm>
            <a:off x="457200" y="1200151"/>
            <a:ext cx="8229600" cy="3394472"/>
          </a:xfrm>
          <a:prstGeom prst="rect">
            <a:avLst/>
          </a:prstGeom>
          <a:noFill/>
          <a:ln>
            <a:noFill/>
          </a:ln>
        </p:spPr>
        <p:txBody>
          <a:bodyPr anchorCtr="0" anchor="t" bIns="91425" lIns="91425" spcFirstLastPara="1" rIns="91425" wrap="square" tIns="91425">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5" name="Google Shape;65;p15"/>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6" name="Google Shape;66;p15"/>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7" name="Google Shape;67;p15"/>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722313" y="3305176"/>
            <a:ext cx="7772400" cy="1021556"/>
          </a:xfrm>
          <a:prstGeom prst="rect">
            <a:avLst/>
          </a:prstGeom>
          <a:noFill/>
          <a:ln>
            <a:noFill/>
          </a:ln>
        </p:spPr>
        <p:txBody>
          <a:bodyPr anchorCtr="0" anchor="t" bIns="91425" lIns="91425" spcFirstLastPara="1" rIns="91425" wrap="square" tIns="91425">
            <a:noAutofit/>
          </a:bodyPr>
          <a:lstStyle>
            <a:lvl1pPr indent="0" lvl="0" marL="0" marR="0" rtl="0" algn="l">
              <a:spcBef>
                <a:spcPts val="0"/>
              </a:spcBef>
              <a:spcAft>
                <a:spcPts val="0"/>
              </a:spcAft>
              <a:buClr>
                <a:schemeClr val="dk1"/>
              </a:buClr>
              <a:buSzPts val="4000"/>
              <a:buFont typeface="Calibri"/>
              <a:buNone/>
              <a:defRPr b="1" i="0" sz="40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0" name="Google Shape;70;p16"/>
          <p:cNvSpPr txBox="1"/>
          <p:nvPr>
            <p:ph idx="1" type="body"/>
          </p:nvPr>
        </p:nvSpPr>
        <p:spPr>
          <a:xfrm>
            <a:off x="722313" y="2180035"/>
            <a:ext cx="7772400" cy="1125140"/>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1pPr>
            <a:lvl2pPr indent="-228600" lvl="1" marL="914400" marR="0" rtl="0" algn="l">
              <a:spcBef>
                <a:spcPts val="36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2pPr>
            <a:lvl3pPr indent="-228600" lvl="2" marL="1371600" marR="0" rtl="0" algn="l">
              <a:spcBef>
                <a:spcPts val="32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3pPr>
            <a:lvl4pPr indent="-228600" lvl="3" marL="1828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4pPr>
            <a:lvl5pPr indent="-228600" lvl="4" marL="22860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5pPr>
            <a:lvl6pPr indent="-228600" lvl="5" marL="27432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6pPr>
            <a:lvl7pPr indent="-228600" lvl="6" marL="32004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7pPr>
            <a:lvl8pPr indent="-228600" lvl="7" marL="36576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8pPr>
            <a:lvl9pPr indent="-228600" lvl="8" marL="4114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9pPr>
          </a:lstStyle>
          <a:p/>
        </p:txBody>
      </p:sp>
      <p:sp>
        <p:nvSpPr>
          <p:cNvPr id="71" name="Google Shape;71;p16"/>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2" name="Google Shape;72;p16"/>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3" name="Google Shape;73;p16"/>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4" name="Shape 74"/>
        <p:cNvGrpSpPr/>
        <p:nvPr/>
      </p:nvGrpSpPr>
      <p:grpSpPr>
        <a:xfrm>
          <a:off x="0" y="0"/>
          <a:ext cx="0" cy="0"/>
          <a:chOff x="0" y="0"/>
          <a:chExt cx="0" cy="0"/>
        </a:xfrm>
      </p:grpSpPr>
      <p:sp>
        <p:nvSpPr>
          <p:cNvPr id="75" name="Google Shape;75;p17"/>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76" name="Google Shape;76;p17"/>
          <p:cNvSpPr txBox="1"/>
          <p:nvPr>
            <p:ph idx="1" type="body"/>
          </p:nvPr>
        </p:nvSpPr>
        <p:spPr>
          <a:xfrm>
            <a:off x="457200" y="900113"/>
            <a:ext cx="4038600" cy="2545556"/>
          </a:xfrm>
          <a:prstGeom prst="rect">
            <a:avLst/>
          </a:prstGeom>
          <a:noFill/>
          <a:ln>
            <a:noFill/>
          </a:ln>
        </p:spPr>
        <p:txBody>
          <a:bodyPr anchorCtr="0" anchor="t" bIns="91425" lIns="91425" spcFirstLastPara="1" rIns="91425" wrap="square" tIns="91425">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7" name="Google Shape;77;p17"/>
          <p:cNvSpPr txBox="1"/>
          <p:nvPr>
            <p:ph idx="2" type="body"/>
          </p:nvPr>
        </p:nvSpPr>
        <p:spPr>
          <a:xfrm>
            <a:off x="4648200" y="900113"/>
            <a:ext cx="4038600" cy="2545556"/>
          </a:xfrm>
          <a:prstGeom prst="rect">
            <a:avLst/>
          </a:prstGeom>
          <a:noFill/>
          <a:ln>
            <a:noFill/>
          </a:ln>
        </p:spPr>
        <p:txBody>
          <a:bodyPr anchorCtr="0" anchor="t" bIns="91425" lIns="91425" spcFirstLastPara="1" rIns="91425" wrap="square" tIns="91425">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78" name="Google Shape;78;p17"/>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9" name="Google Shape;79;p17"/>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0" name="Google Shape;80;p17"/>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1" name="Shape 81"/>
        <p:cNvGrpSpPr/>
        <p:nvPr/>
      </p:nvGrpSpPr>
      <p:grpSpPr>
        <a:xfrm>
          <a:off x="0" y="0"/>
          <a:ext cx="0" cy="0"/>
          <a:chOff x="0" y="0"/>
          <a:chExt cx="0" cy="0"/>
        </a:xfrm>
      </p:grpSpPr>
      <p:sp>
        <p:nvSpPr>
          <p:cNvPr id="82" name="Google Shape;82;p18"/>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83" name="Google Shape;83;p18"/>
          <p:cNvSpPr txBox="1"/>
          <p:nvPr>
            <p:ph idx="1" type="body"/>
          </p:nvPr>
        </p:nvSpPr>
        <p:spPr>
          <a:xfrm>
            <a:off x="457200" y="1151335"/>
            <a:ext cx="4040188" cy="479822"/>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84" name="Google Shape;84;p18"/>
          <p:cNvSpPr txBox="1"/>
          <p:nvPr>
            <p:ph idx="2" type="body"/>
          </p:nvPr>
        </p:nvSpPr>
        <p:spPr>
          <a:xfrm>
            <a:off x="457200" y="1631156"/>
            <a:ext cx="4040188" cy="2963466"/>
          </a:xfrm>
          <a:prstGeom prst="rect">
            <a:avLst/>
          </a:prstGeom>
          <a:noFill/>
          <a:ln>
            <a:noFill/>
          </a:ln>
        </p:spPr>
        <p:txBody>
          <a:bodyPr anchorCtr="0" anchor="t" bIns="91425" lIns="91425" spcFirstLastPara="1" rIns="91425" wrap="square" tIns="91425">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85" name="Google Shape;85;p18"/>
          <p:cNvSpPr txBox="1"/>
          <p:nvPr>
            <p:ph idx="3" type="body"/>
          </p:nvPr>
        </p:nvSpPr>
        <p:spPr>
          <a:xfrm>
            <a:off x="4645026" y="1151335"/>
            <a:ext cx="4041775" cy="479822"/>
          </a:xfrm>
          <a:prstGeom prst="rect">
            <a:avLst/>
          </a:prstGeom>
          <a:noFill/>
          <a:ln>
            <a:noFill/>
          </a:ln>
        </p:spPr>
        <p:txBody>
          <a:bodyPr anchorCtr="0" anchor="b" bIns="91425" lIns="91425" spcFirstLastPara="1" rIns="91425" wrap="square" tIns="91425">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86" name="Google Shape;86;p18"/>
          <p:cNvSpPr txBox="1"/>
          <p:nvPr>
            <p:ph idx="4" type="body"/>
          </p:nvPr>
        </p:nvSpPr>
        <p:spPr>
          <a:xfrm>
            <a:off x="4645026" y="1631156"/>
            <a:ext cx="4041775" cy="2963466"/>
          </a:xfrm>
          <a:prstGeom prst="rect">
            <a:avLst/>
          </a:prstGeom>
          <a:noFill/>
          <a:ln>
            <a:noFill/>
          </a:ln>
        </p:spPr>
        <p:txBody>
          <a:bodyPr anchorCtr="0" anchor="t" bIns="91425" lIns="91425" spcFirstLastPara="1" rIns="91425" wrap="square" tIns="91425">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87" name="Google Shape;87;p18"/>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18"/>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18"/>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0" name="Shape 90"/>
        <p:cNvGrpSpPr/>
        <p:nvPr/>
      </p:nvGrpSpPr>
      <p:grpSpPr>
        <a:xfrm>
          <a:off x="0" y="0"/>
          <a:ext cx="0" cy="0"/>
          <a:chOff x="0" y="0"/>
          <a:chExt cx="0" cy="0"/>
        </a:xfrm>
      </p:grpSpPr>
      <p:sp>
        <p:nvSpPr>
          <p:cNvPr id="91" name="Google Shape;91;p19"/>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92" name="Google Shape;92;p19"/>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3" name="Google Shape;93;p19"/>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4" name="Google Shape;94;p19"/>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5" name="Shape 95"/>
        <p:cNvGrpSpPr/>
        <p:nvPr/>
      </p:nvGrpSpPr>
      <p:grpSpPr>
        <a:xfrm>
          <a:off x="0" y="0"/>
          <a:ext cx="0" cy="0"/>
          <a:chOff x="0" y="0"/>
          <a:chExt cx="0" cy="0"/>
        </a:xfrm>
      </p:grpSpPr>
      <p:sp>
        <p:nvSpPr>
          <p:cNvPr id="96" name="Google Shape;96;p20"/>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7" name="Google Shape;97;p20"/>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8" name="Google Shape;98;p20"/>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457201" y="204787"/>
            <a:ext cx="3008313" cy="871538"/>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01" name="Google Shape;101;p21"/>
          <p:cNvSpPr txBox="1"/>
          <p:nvPr>
            <p:ph idx="1" type="body"/>
          </p:nvPr>
        </p:nvSpPr>
        <p:spPr>
          <a:xfrm>
            <a:off x="3575050" y="204788"/>
            <a:ext cx="5111750" cy="4389835"/>
          </a:xfrm>
          <a:prstGeom prst="rect">
            <a:avLst/>
          </a:prstGeom>
          <a:noFill/>
          <a:ln>
            <a:noFill/>
          </a:ln>
        </p:spPr>
        <p:txBody>
          <a:bodyPr anchorCtr="0" anchor="t" bIns="91425" lIns="91425" spcFirstLastPara="1" rIns="91425" wrap="square" tIns="91425">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02" name="Google Shape;102;p21"/>
          <p:cNvSpPr txBox="1"/>
          <p:nvPr>
            <p:ph idx="2" type="body"/>
          </p:nvPr>
        </p:nvSpPr>
        <p:spPr>
          <a:xfrm>
            <a:off x="457201" y="1076326"/>
            <a:ext cx="3008313" cy="3518297"/>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103" name="Google Shape;103;p21"/>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4" name="Google Shape;104;p21"/>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5" name="Google Shape;105;p21"/>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792288" y="3600450"/>
            <a:ext cx="5486400" cy="425054"/>
          </a:xfrm>
          <a:prstGeom prst="rect">
            <a:avLst/>
          </a:prstGeom>
          <a:noFill/>
          <a:ln>
            <a:noFill/>
          </a:ln>
        </p:spPr>
        <p:txBody>
          <a:bodyPr anchorCtr="0" anchor="b" bIns="91425" lIns="91425" spcFirstLastPara="1" rIns="91425" wrap="square" tIns="91425">
            <a:noAutofit/>
          </a:bodyPr>
          <a:lstStyle>
            <a:lvl1pPr indent="0" lvl="0" marL="0" marR="0" rtl="0" algn="l">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08" name="Google Shape;108;p22"/>
          <p:cNvSpPr/>
          <p:nvPr>
            <p:ph idx="2" type="pic"/>
          </p:nvPr>
        </p:nvSpPr>
        <p:spPr>
          <a:xfrm>
            <a:off x="1792288" y="459581"/>
            <a:ext cx="5486400" cy="3086100"/>
          </a:xfrm>
          <a:prstGeom prst="rect">
            <a:avLst/>
          </a:prstGeom>
          <a:noFill/>
          <a:ln>
            <a:noFill/>
          </a:ln>
        </p:spPr>
        <p:txBody>
          <a:bodyPr anchorCtr="0" anchor="t" bIns="91425" lIns="91425" spcFirstLastPara="1" rIns="91425" wrap="square" tIns="91425">
            <a:noAutofit/>
          </a:bodyPr>
          <a:lstStyle>
            <a:lvl1pPr indent="0" lvl="0" marL="0" marR="0" rtl="0" algn="l">
              <a:spcBef>
                <a:spcPts val="640"/>
              </a:spcBef>
              <a:spcAft>
                <a:spcPts val="0"/>
              </a:spcAft>
              <a:buClr>
                <a:schemeClr val="dk1"/>
              </a:buClr>
              <a:buSzPts val="3200"/>
              <a:buFont typeface="Arial"/>
              <a:buNone/>
              <a:defRPr b="0" i="0" sz="3200" u="none" cap="none" strike="noStrike">
                <a:solidFill>
                  <a:schemeClr val="dk1"/>
                </a:solidFill>
                <a:latin typeface="Calibri"/>
                <a:ea typeface="Calibri"/>
                <a:cs typeface="Calibri"/>
                <a:sym typeface="Calibri"/>
              </a:defRPr>
            </a:lvl1pPr>
            <a:lvl2pPr indent="0" lvl="1" marL="457200" marR="0" rtl="0" algn="l">
              <a:spcBef>
                <a:spcPts val="560"/>
              </a:spcBef>
              <a:spcAft>
                <a:spcPts val="0"/>
              </a:spcAft>
              <a:buClr>
                <a:schemeClr val="dk1"/>
              </a:buClr>
              <a:buSzPts val="2800"/>
              <a:buFont typeface="Arial"/>
              <a:buNone/>
              <a:defRPr b="0" i="0" sz="2800" u="none" cap="none" strike="noStrike">
                <a:solidFill>
                  <a:schemeClr val="dk1"/>
                </a:solidFill>
                <a:latin typeface="Calibri"/>
                <a:ea typeface="Calibri"/>
                <a:cs typeface="Calibri"/>
                <a:sym typeface="Calibri"/>
              </a:defRPr>
            </a:lvl2pPr>
            <a:lvl3pPr indent="0" lvl="2" marL="914400" marR="0" rtl="0" algn="l">
              <a:spcBef>
                <a:spcPts val="48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3pPr>
            <a:lvl4pPr indent="0" lvl="3" marL="1371600"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4pPr>
            <a:lvl5pPr indent="0" lvl="4" marL="1828800"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5pPr>
            <a:lvl6pPr indent="0" lvl="5" marL="2286000"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indent="0" lvl="6" marL="2743200"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indent="0" lvl="7" marL="3200400"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indent="0" lvl="8" marL="3657600"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109" name="Google Shape;109;p22"/>
          <p:cNvSpPr txBox="1"/>
          <p:nvPr>
            <p:ph idx="1" type="body"/>
          </p:nvPr>
        </p:nvSpPr>
        <p:spPr>
          <a:xfrm>
            <a:off x="1792288" y="4025503"/>
            <a:ext cx="5486400" cy="603647"/>
          </a:xfrm>
          <a:prstGeom prst="rect">
            <a:avLst/>
          </a:prstGeom>
          <a:noFill/>
          <a:ln>
            <a:noFill/>
          </a:ln>
        </p:spPr>
        <p:txBody>
          <a:bodyPr anchorCtr="0" anchor="t" bIns="91425" lIns="91425" spcFirstLastPara="1" rIns="91425" wrap="square" tIns="91425">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110" name="Google Shape;110;p22"/>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1" name="Google Shape;111;p22"/>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2" name="Google Shape;112;p22"/>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15" name="Google Shape;115;p23"/>
          <p:cNvSpPr txBox="1"/>
          <p:nvPr>
            <p:ph idx="1" type="body"/>
          </p:nvPr>
        </p:nvSpPr>
        <p:spPr>
          <a:xfrm rot="5400000">
            <a:off x="2874764" y="-1217413"/>
            <a:ext cx="3394472" cy="8229600"/>
          </a:xfrm>
          <a:prstGeom prst="rect">
            <a:avLst/>
          </a:prstGeom>
          <a:noFill/>
          <a:ln>
            <a:noFill/>
          </a:ln>
        </p:spPr>
        <p:txBody>
          <a:bodyPr anchorCtr="0" anchor="t" bIns="91425" lIns="91425" spcFirstLastPara="1" rIns="91425" wrap="square" tIns="91425">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16" name="Google Shape;116;p23"/>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7" name="Google Shape;117;p23"/>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8" name="Google Shape;118;p2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6012656" y="771525"/>
            <a:ext cx="3290888" cy="205740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121" name="Google Shape;121;p24"/>
          <p:cNvSpPr txBox="1"/>
          <p:nvPr>
            <p:ph idx="1" type="body"/>
          </p:nvPr>
        </p:nvSpPr>
        <p:spPr>
          <a:xfrm rot="5400000">
            <a:off x="1821656" y="-1209675"/>
            <a:ext cx="3290888" cy="6019800"/>
          </a:xfrm>
          <a:prstGeom prst="rect">
            <a:avLst/>
          </a:prstGeom>
          <a:noFill/>
          <a:ln>
            <a:noFill/>
          </a:ln>
        </p:spPr>
        <p:txBody>
          <a:bodyPr anchorCtr="0" anchor="t" bIns="91425" lIns="91425" spcFirstLastPara="1" rIns="91425" wrap="square" tIns="91425">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2" name="Google Shape;122;p24"/>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3" name="Google Shape;123;p24"/>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sz="1200">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4" name="Google Shape;124;p24"/>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9" name="Shape 129"/>
        <p:cNvGrpSpPr/>
        <p:nvPr/>
      </p:nvGrpSpPr>
      <p:grpSpPr>
        <a:xfrm>
          <a:off x="0" y="0"/>
          <a:ext cx="0" cy="0"/>
          <a:chOff x="0" y="0"/>
          <a:chExt cx="0" cy="0"/>
        </a:xfrm>
      </p:grpSpPr>
      <p:sp>
        <p:nvSpPr>
          <p:cNvPr id="130" name="Google Shape;130;p2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Clr>
                <a:schemeClr val="dk1"/>
              </a:buClr>
              <a:buSzPts val="1400"/>
              <a:buFont typeface="Arial"/>
              <a:buNone/>
              <a:defRPr b="0" i="0" sz="5200" u="none" cap="none" strike="noStrike">
                <a:solidFill>
                  <a:schemeClr val="dk1"/>
                </a:solidFill>
                <a:latin typeface="Arial"/>
                <a:ea typeface="Arial"/>
                <a:cs typeface="Arial"/>
                <a:sym typeface="Arial"/>
              </a:defRPr>
            </a:lvl1pPr>
            <a:lvl2pPr indent="0" lvl="1" rtl="0" algn="ctr">
              <a:spcBef>
                <a:spcPts val="0"/>
              </a:spcBef>
              <a:spcAft>
                <a:spcPts val="0"/>
              </a:spcAft>
              <a:buClr>
                <a:schemeClr val="dk1"/>
              </a:buClr>
              <a:buSzPts val="1400"/>
              <a:buFont typeface="Arial"/>
              <a:buNone/>
              <a:defRPr sz="5200">
                <a:solidFill>
                  <a:schemeClr val="dk1"/>
                </a:solidFill>
              </a:defRPr>
            </a:lvl2pPr>
            <a:lvl3pPr indent="0" lvl="2" rtl="0" algn="ctr">
              <a:spcBef>
                <a:spcPts val="0"/>
              </a:spcBef>
              <a:spcAft>
                <a:spcPts val="0"/>
              </a:spcAft>
              <a:buClr>
                <a:schemeClr val="dk1"/>
              </a:buClr>
              <a:buSzPts val="1400"/>
              <a:buFont typeface="Arial"/>
              <a:buNone/>
              <a:defRPr sz="5200">
                <a:solidFill>
                  <a:schemeClr val="dk1"/>
                </a:solidFill>
              </a:defRPr>
            </a:lvl3pPr>
            <a:lvl4pPr indent="0" lvl="3" rtl="0" algn="ctr">
              <a:spcBef>
                <a:spcPts val="0"/>
              </a:spcBef>
              <a:spcAft>
                <a:spcPts val="0"/>
              </a:spcAft>
              <a:buClr>
                <a:schemeClr val="dk1"/>
              </a:buClr>
              <a:buSzPts val="1400"/>
              <a:buFont typeface="Arial"/>
              <a:buNone/>
              <a:defRPr sz="5200">
                <a:solidFill>
                  <a:schemeClr val="dk1"/>
                </a:solidFill>
              </a:defRPr>
            </a:lvl4pPr>
            <a:lvl5pPr indent="0" lvl="4" rtl="0" algn="ctr">
              <a:spcBef>
                <a:spcPts val="0"/>
              </a:spcBef>
              <a:spcAft>
                <a:spcPts val="0"/>
              </a:spcAft>
              <a:buClr>
                <a:schemeClr val="dk1"/>
              </a:buClr>
              <a:buSzPts val="1400"/>
              <a:buFont typeface="Arial"/>
              <a:buNone/>
              <a:defRPr sz="5200">
                <a:solidFill>
                  <a:schemeClr val="dk1"/>
                </a:solidFill>
              </a:defRPr>
            </a:lvl5pPr>
            <a:lvl6pPr indent="0" lvl="5" rtl="0" algn="ctr">
              <a:spcBef>
                <a:spcPts val="0"/>
              </a:spcBef>
              <a:spcAft>
                <a:spcPts val="0"/>
              </a:spcAft>
              <a:buClr>
                <a:schemeClr val="dk1"/>
              </a:buClr>
              <a:buSzPts val="1400"/>
              <a:buFont typeface="Arial"/>
              <a:buNone/>
              <a:defRPr sz="5200">
                <a:solidFill>
                  <a:schemeClr val="dk1"/>
                </a:solidFill>
              </a:defRPr>
            </a:lvl6pPr>
            <a:lvl7pPr indent="0" lvl="6" rtl="0" algn="ctr">
              <a:spcBef>
                <a:spcPts val="0"/>
              </a:spcBef>
              <a:spcAft>
                <a:spcPts val="0"/>
              </a:spcAft>
              <a:buClr>
                <a:schemeClr val="dk1"/>
              </a:buClr>
              <a:buSzPts val="1400"/>
              <a:buFont typeface="Arial"/>
              <a:buNone/>
              <a:defRPr sz="5200">
                <a:solidFill>
                  <a:schemeClr val="dk1"/>
                </a:solidFill>
              </a:defRPr>
            </a:lvl7pPr>
            <a:lvl8pPr indent="0" lvl="7" rtl="0" algn="ctr">
              <a:spcBef>
                <a:spcPts val="0"/>
              </a:spcBef>
              <a:spcAft>
                <a:spcPts val="0"/>
              </a:spcAft>
              <a:buClr>
                <a:schemeClr val="dk1"/>
              </a:buClr>
              <a:buSzPts val="1400"/>
              <a:buFont typeface="Arial"/>
              <a:buNone/>
              <a:defRPr sz="5200">
                <a:solidFill>
                  <a:schemeClr val="dk1"/>
                </a:solidFill>
              </a:defRPr>
            </a:lvl8pPr>
            <a:lvl9pPr indent="0" lvl="8" rtl="0" algn="ctr">
              <a:spcBef>
                <a:spcPts val="0"/>
              </a:spcBef>
              <a:spcAft>
                <a:spcPts val="0"/>
              </a:spcAft>
              <a:buClr>
                <a:schemeClr val="dk1"/>
              </a:buClr>
              <a:buSzPts val="1400"/>
              <a:buFont typeface="Arial"/>
              <a:buNone/>
              <a:defRPr sz="5200">
                <a:solidFill>
                  <a:schemeClr val="dk1"/>
                </a:solidFill>
              </a:defRPr>
            </a:lvl9pPr>
          </a:lstStyle>
          <a:p/>
        </p:txBody>
      </p:sp>
      <p:sp>
        <p:nvSpPr>
          <p:cNvPr id="131" name="Google Shape;131;p2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indent="0" lvl="0" marL="0" marR="0" rtl="0" algn="ctr">
              <a:lnSpc>
                <a:spcPct val="100000"/>
              </a:lnSpc>
              <a:spcBef>
                <a:spcPts val="0"/>
              </a:spcBef>
              <a:spcAft>
                <a:spcPts val="0"/>
              </a:spcAft>
              <a:buClr>
                <a:schemeClr val="dk2"/>
              </a:buClr>
              <a:buSzPts val="1400"/>
              <a:buFont typeface="Arial"/>
              <a:buNone/>
              <a:defRPr b="0" i="0" sz="2800" u="none" cap="none" strike="noStrike">
                <a:solidFill>
                  <a:schemeClr val="dk2"/>
                </a:solidFill>
                <a:latin typeface="Arial"/>
                <a:ea typeface="Arial"/>
                <a:cs typeface="Arial"/>
                <a:sym typeface="Arial"/>
              </a:defRPr>
            </a:lvl1pPr>
            <a:lvl2pPr indent="0" lvl="1" marL="0" marR="0" rtl="0" algn="ctr">
              <a:lnSpc>
                <a:spcPct val="100000"/>
              </a:lnSpc>
              <a:spcBef>
                <a:spcPts val="0"/>
              </a:spcBef>
              <a:spcAft>
                <a:spcPts val="0"/>
              </a:spcAft>
              <a:buClr>
                <a:schemeClr val="dk2"/>
              </a:buClr>
              <a:buSzPts val="1400"/>
              <a:buFont typeface="Arial"/>
              <a:buNone/>
              <a:defRPr b="0" i="0" sz="2800" u="none" cap="none" strike="noStrike">
                <a:solidFill>
                  <a:schemeClr val="dk2"/>
                </a:solidFill>
                <a:latin typeface="Arial"/>
                <a:ea typeface="Arial"/>
                <a:cs typeface="Arial"/>
                <a:sym typeface="Arial"/>
              </a:defRPr>
            </a:lvl2pPr>
            <a:lvl3pPr indent="0" lvl="2" marL="0" marR="0" rtl="0" algn="ctr">
              <a:lnSpc>
                <a:spcPct val="100000"/>
              </a:lnSpc>
              <a:spcBef>
                <a:spcPts val="0"/>
              </a:spcBef>
              <a:spcAft>
                <a:spcPts val="0"/>
              </a:spcAft>
              <a:buClr>
                <a:schemeClr val="dk2"/>
              </a:buClr>
              <a:buSzPts val="1400"/>
              <a:buFont typeface="Arial"/>
              <a:buNone/>
              <a:defRPr b="0" i="0" sz="2800" u="none" cap="none" strike="noStrike">
                <a:solidFill>
                  <a:schemeClr val="dk2"/>
                </a:solidFill>
                <a:latin typeface="Arial"/>
                <a:ea typeface="Arial"/>
                <a:cs typeface="Arial"/>
                <a:sym typeface="Arial"/>
              </a:defRPr>
            </a:lvl3pPr>
            <a:lvl4pPr indent="0" lvl="3" marL="0" marR="0" rtl="0" algn="ctr">
              <a:lnSpc>
                <a:spcPct val="100000"/>
              </a:lnSpc>
              <a:spcBef>
                <a:spcPts val="0"/>
              </a:spcBef>
              <a:spcAft>
                <a:spcPts val="0"/>
              </a:spcAft>
              <a:buClr>
                <a:schemeClr val="dk2"/>
              </a:buClr>
              <a:buSzPts val="1400"/>
              <a:buFont typeface="Arial"/>
              <a:buNone/>
              <a:defRPr b="0" i="0" sz="2800" u="none" cap="none" strike="noStrike">
                <a:solidFill>
                  <a:schemeClr val="dk2"/>
                </a:solidFill>
                <a:latin typeface="Arial"/>
                <a:ea typeface="Arial"/>
                <a:cs typeface="Arial"/>
                <a:sym typeface="Arial"/>
              </a:defRPr>
            </a:lvl4pPr>
            <a:lvl5pPr indent="0" lvl="4" marL="0" marR="0" rtl="0" algn="ctr">
              <a:lnSpc>
                <a:spcPct val="100000"/>
              </a:lnSpc>
              <a:spcBef>
                <a:spcPts val="0"/>
              </a:spcBef>
              <a:spcAft>
                <a:spcPts val="0"/>
              </a:spcAft>
              <a:buClr>
                <a:schemeClr val="dk2"/>
              </a:buClr>
              <a:buSzPts val="1400"/>
              <a:buFont typeface="Arial"/>
              <a:buNone/>
              <a:defRPr b="0" i="0" sz="2800" u="none" cap="none" strike="noStrike">
                <a:solidFill>
                  <a:schemeClr val="dk2"/>
                </a:solidFill>
                <a:latin typeface="Arial"/>
                <a:ea typeface="Arial"/>
                <a:cs typeface="Arial"/>
                <a:sym typeface="Arial"/>
              </a:defRPr>
            </a:lvl5pPr>
            <a:lvl6pPr indent="0" lvl="5" marL="0" marR="0" rtl="0" algn="ctr">
              <a:lnSpc>
                <a:spcPct val="100000"/>
              </a:lnSpc>
              <a:spcBef>
                <a:spcPts val="0"/>
              </a:spcBef>
              <a:spcAft>
                <a:spcPts val="0"/>
              </a:spcAft>
              <a:buClr>
                <a:schemeClr val="dk2"/>
              </a:buClr>
              <a:buSzPts val="1400"/>
              <a:buFont typeface="Arial"/>
              <a:buNone/>
              <a:defRPr b="0" i="0" sz="2800" u="none" cap="none" strike="noStrike">
                <a:solidFill>
                  <a:schemeClr val="dk2"/>
                </a:solidFill>
                <a:latin typeface="Arial"/>
                <a:ea typeface="Arial"/>
                <a:cs typeface="Arial"/>
                <a:sym typeface="Arial"/>
              </a:defRPr>
            </a:lvl6pPr>
            <a:lvl7pPr indent="0" lvl="6" marL="0" marR="0" rtl="0" algn="ctr">
              <a:lnSpc>
                <a:spcPct val="100000"/>
              </a:lnSpc>
              <a:spcBef>
                <a:spcPts val="0"/>
              </a:spcBef>
              <a:spcAft>
                <a:spcPts val="0"/>
              </a:spcAft>
              <a:buClr>
                <a:schemeClr val="dk2"/>
              </a:buClr>
              <a:buSzPts val="1400"/>
              <a:buFont typeface="Arial"/>
              <a:buNone/>
              <a:defRPr b="0" i="0" sz="2800" u="none" cap="none" strike="noStrike">
                <a:solidFill>
                  <a:schemeClr val="dk2"/>
                </a:solidFill>
                <a:latin typeface="Arial"/>
                <a:ea typeface="Arial"/>
                <a:cs typeface="Arial"/>
                <a:sym typeface="Arial"/>
              </a:defRPr>
            </a:lvl7pPr>
            <a:lvl8pPr indent="0" lvl="7" marL="0" marR="0" rtl="0" algn="ctr">
              <a:lnSpc>
                <a:spcPct val="100000"/>
              </a:lnSpc>
              <a:spcBef>
                <a:spcPts val="0"/>
              </a:spcBef>
              <a:spcAft>
                <a:spcPts val="0"/>
              </a:spcAft>
              <a:buClr>
                <a:schemeClr val="dk2"/>
              </a:buClr>
              <a:buSzPts val="1400"/>
              <a:buFont typeface="Arial"/>
              <a:buNone/>
              <a:defRPr b="0" i="0" sz="2800" u="none" cap="none" strike="noStrike">
                <a:solidFill>
                  <a:schemeClr val="dk2"/>
                </a:solidFill>
                <a:latin typeface="Arial"/>
                <a:ea typeface="Arial"/>
                <a:cs typeface="Arial"/>
                <a:sym typeface="Arial"/>
              </a:defRPr>
            </a:lvl8pPr>
            <a:lvl9pPr indent="0" lvl="8" marL="0" marR="0" rtl="0" algn="ctr">
              <a:lnSpc>
                <a:spcPct val="100000"/>
              </a:lnSpc>
              <a:spcBef>
                <a:spcPts val="0"/>
              </a:spcBef>
              <a:spcAft>
                <a:spcPts val="0"/>
              </a:spcAft>
              <a:buClr>
                <a:schemeClr val="dk2"/>
              </a:buClr>
              <a:buSzPts val="1400"/>
              <a:buFont typeface="Arial"/>
              <a:buNone/>
              <a:defRPr b="0" i="0" sz="2800" u="none" cap="none" strike="noStrike">
                <a:solidFill>
                  <a:schemeClr val="dk2"/>
                </a:solidFill>
                <a:latin typeface="Arial"/>
                <a:ea typeface="Arial"/>
                <a:cs typeface="Arial"/>
                <a:sym typeface="Arial"/>
              </a:defRPr>
            </a:lvl9pPr>
          </a:lstStyle>
          <a:p/>
        </p:txBody>
      </p:sp>
      <p:sp>
        <p:nvSpPr>
          <p:cNvPr id="132" name="Google Shape;132;p26"/>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3" name="Shape 133"/>
        <p:cNvGrpSpPr/>
        <p:nvPr/>
      </p:nvGrpSpPr>
      <p:grpSpPr>
        <a:xfrm>
          <a:off x="0" y="0"/>
          <a:ext cx="0" cy="0"/>
          <a:chOff x="0" y="0"/>
          <a:chExt cx="0" cy="0"/>
        </a:xfrm>
      </p:grpSpPr>
      <p:sp>
        <p:nvSpPr>
          <p:cNvPr id="134" name="Google Shape;134;p27"/>
          <p:cNvSpPr txBox="1"/>
          <p:nvPr>
            <p:ph type="title"/>
          </p:nvPr>
        </p:nvSpPr>
        <p:spPr>
          <a:xfrm>
            <a:off x="457200" y="205978"/>
            <a:ext cx="8229600" cy="8574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chemeClr val="dk1"/>
              </a:buClr>
              <a:buSzPts val="1400"/>
              <a:buFont typeface="Calibri"/>
              <a:buNone/>
              <a:defRPr b="0" i="0" sz="4400" u="none" cap="none" strike="noStrike">
                <a:solidFill>
                  <a:schemeClr val="dk1"/>
                </a:solidFill>
                <a:latin typeface="Calibri"/>
                <a:ea typeface="Calibri"/>
                <a:cs typeface="Calibri"/>
                <a:sym typeface="Calibri"/>
              </a:defRPr>
            </a:lvl1pPr>
            <a:lvl2pPr indent="0" lvl="1" rtl="0">
              <a:spcBef>
                <a:spcPts val="0"/>
              </a:spcBef>
              <a:spcAft>
                <a:spcPts val="0"/>
              </a:spcAft>
              <a:buClr>
                <a:schemeClr val="dk1"/>
              </a:buClr>
              <a:buSzPts val="1400"/>
              <a:buFont typeface="Arial"/>
              <a:buNone/>
              <a:defRPr sz="1800">
                <a:solidFill>
                  <a:schemeClr val="dk1"/>
                </a:solidFill>
              </a:defRPr>
            </a:lvl2pPr>
            <a:lvl3pPr indent="0" lvl="2" rtl="0">
              <a:spcBef>
                <a:spcPts val="0"/>
              </a:spcBef>
              <a:spcAft>
                <a:spcPts val="0"/>
              </a:spcAft>
              <a:buClr>
                <a:schemeClr val="dk1"/>
              </a:buClr>
              <a:buSzPts val="1400"/>
              <a:buFont typeface="Arial"/>
              <a:buNone/>
              <a:defRPr sz="1800">
                <a:solidFill>
                  <a:schemeClr val="dk1"/>
                </a:solidFill>
              </a:defRPr>
            </a:lvl3pPr>
            <a:lvl4pPr indent="0" lvl="3" rtl="0">
              <a:spcBef>
                <a:spcPts val="0"/>
              </a:spcBef>
              <a:spcAft>
                <a:spcPts val="0"/>
              </a:spcAft>
              <a:buClr>
                <a:schemeClr val="dk1"/>
              </a:buClr>
              <a:buSzPts val="1400"/>
              <a:buFont typeface="Arial"/>
              <a:buNone/>
              <a:defRPr sz="1800">
                <a:solidFill>
                  <a:schemeClr val="dk1"/>
                </a:solidFill>
              </a:defRPr>
            </a:lvl4pPr>
            <a:lvl5pPr indent="0" lvl="4" rtl="0">
              <a:spcBef>
                <a:spcPts val="0"/>
              </a:spcBef>
              <a:spcAft>
                <a:spcPts val="0"/>
              </a:spcAft>
              <a:buClr>
                <a:schemeClr val="dk1"/>
              </a:buClr>
              <a:buSzPts val="1400"/>
              <a:buFont typeface="Arial"/>
              <a:buNone/>
              <a:defRPr sz="1800">
                <a:solidFill>
                  <a:schemeClr val="dk1"/>
                </a:solidFill>
              </a:defRPr>
            </a:lvl5pPr>
            <a:lvl6pPr indent="0" lvl="5" rtl="0">
              <a:spcBef>
                <a:spcPts val="0"/>
              </a:spcBef>
              <a:spcAft>
                <a:spcPts val="0"/>
              </a:spcAft>
              <a:buClr>
                <a:schemeClr val="dk1"/>
              </a:buClr>
              <a:buSzPts val="1400"/>
              <a:buFont typeface="Arial"/>
              <a:buNone/>
              <a:defRPr sz="1800">
                <a:solidFill>
                  <a:schemeClr val="dk1"/>
                </a:solidFill>
              </a:defRPr>
            </a:lvl6pPr>
            <a:lvl7pPr indent="0" lvl="6" rtl="0">
              <a:spcBef>
                <a:spcPts val="0"/>
              </a:spcBef>
              <a:spcAft>
                <a:spcPts val="0"/>
              </a:spcAft>
              <a:buClr>
                <a:schemeClr val="dk1"/>
              </a:buClr>
              <a:buSzPts val="1400"/>
              <a:buFont typeface="Arial"/>
              <a:buNone/>
              <a:defRPr sz="1800">
                <a:solidFill>
                  <a:schemeClr val="dk1"/>
                </a:solidFill>
              </a:defRPr>
            </a:lvl7pPr>
            <a:lvl8pPr indent="0" lvl="7" rtl="0">
              <a:spcBef>
                <a:spcPts val="0"/>
              </a:spcBef>
              <a:spcAft>
                <a:spcPts val="0"/>
              </a:spcAft>
              <a:buClr>
                <a:schemeClr val="dk1"/>
              </a:buClr>
              <a:buSzPts val="1400"/>
              <a:buFont typeface="Arial"/>
              <a:buNone/>
              <a:defRPr sz="1800">
                <a:solidFill>
                  <a:schemeClr val="dk1"/>
                </a:solidFill>
              </a:defRPr>
            </a:lvl8pPr>
            <a:lvl9pPr indent="0" lvl="8" rtl="0">
              <a:spcBef>
                <a:spcPts val="0"/>
              </a:spcBef>
              <a:spcAft>
                <a:spcPts val="0"/>
              </a:spcAft>
              <a:buClr>
                <a:schemeClr val="dk1"/>
              </a:buClr>
              <a:buSzPts val="1400"/>
              <a:buFont typeface="Arial"/>
              <a:buNone/>
              <a:defRPr sz="1800">
                <a:solidFill>
                  <a:schemeClr val="dk1"/>
                </a:solidFill>
              </a:defRPr>
            </a:lvl9pPr>
          </a:lstStyle>
          <a:p/>
        </p:txBody>
      </p:sp>
      <p:sp>
        <p:nvSpPr>
          <p:cNvPr id="135" name="Google Shape;135;p27"/>
          <p:cNvSpPr txBox="1"/>
          <p:nvPr>
            <p:ph idx="1" type="body"/>
          </p:nvPr>
        </p:nvSpPr>
        <p:spPr>
          <a:xfrm>
            <a:off x="457200" y="1200150"/>
            <a:ext cx="8229600" cy="3394500"/>
          </a:xfrm>
          <a:prstGeom prst="rect">
            <a:avLst/>
          </a:prstGeom>
          <a:noFill/>
          <a:ln>
            <a:noFill/>
          </a:ln>
        </p:spPr>
        <p:txBody>
          <a:bodyPr anchorCtr="0" anchor="t" bIns="91425" lIns="91425" spcFirstLastPara="1" rIns="91425" wrap="square" tIns="91425">
            <a:noAutofit/>
          </a:bodyPr>
          <a:lstStyle>
            <a:lvl1pPr indent="-431800" lvl="0" marL="457200" marR="0" rtl="0" algn="l">
              <a:lnSpc>
                <a:spcPct val="115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15000"/>
              </a:lnSpc>
              <a:spcBef>
                <a:spcPts val="16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15000"/>
              </a:lnSpc>
              <a:spcBef>
                <a:spcPts val="16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15000"/>
              </a:lnSpc>
              <a:spcBef>
                <a:spcPts val="1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15000"/>
              </a:lnSpc>
              <a:spcBef>
                <a:spcPts val="1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15000"/>
              </a:lnSpc>
              <a:spcBef>
                <a:spcPts val="1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15000"/>
              </a:lnSpc>
              <a:spcBef>
                <a:spcPts val="1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15000"/>
              </a:lnSpc>
              <a:spcBef>
                <a:spcPts val="16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15000"/>
              </a:lnSpc>
              <a:spcBef>
                <a:spcPts val="1600"/>
              </a:spcBef>
              <a:spcAft>
                <a:spcPts val="160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6" name="Google Shape;136;p27"/>
          <p:cNvSpPr txBox="1"/>
          <p:nvPr>
            <p:ph idx="10" type="dt"/>
          </p:nvPr>
        </p:nvSpPr>
        <p:spPr>
          <a:xfrm>
            <a:off x="457200" y="4767262"/>
            <a:ext cx="2133600" cy="2739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indent="0" lvl="1" marL="457200"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indent="0" lvl="6" marL="2743200"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indent="0" lvl="7" marL="3200400"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indent="0" lvl="8" marL="3657600"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137" name="Google Shape;137;p27"/>
          <p:cNvSpPr txBox="1"/>
          <p:nvPr>
            <p:ph idx="11" type="ftr"/>
          </p:nvPr>
        </p:nvSpPr>
        <p:spPr>
          <a:xfrm>
            <a:off x="3124200" y="4767262"/>
            <a:ext cx="2895600" cy="2739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rgbClr val="888888"/>
              </a:buClr>
              <a:buSzPts val="1400"/>
              <a:buFont typeface="Calibri"/>
              <a:buNone/>
              <a:defRPr b="0" i="0" sz="1200" u="none" cap="none" strike="noStrike">
                <a:solidFill>
                  <a:srgbClr val="888888"/>
                </a:solidFill>
                <a:latin typeface="Calibri"/>
                <a:ea typeface="Calibri"/>
                <a:cs typeface="Calibri"/>
                <a:sym typeface="Calibri"/>
              </a:defRPr>
            </a:lvl1pPr>
            <a:lvl2pPr indent="0" lvl="1" marL="457200"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indent="0" lvl="2" marL="914400"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indent="0" lvl="3" marL="1371600"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indent="0" lvl="4" marL="1828800"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indent="0" lvl="5" marL="2286000"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indent="0" lvl="6" marL="2743200"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indent="0" lvl="7" marL="3200400"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indent="0" lvl="8" marL="3657600" marR="0" rtl="0" algn="l">
              <a:lnSpc>
                <a:spcPct val="100000"/>
              </a:lnSpc>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138" name="Google Shape;138;p27"/>
          <p:cNvSpPr txBox="1"/>
          <p:nvPr>
            <p:ph idx="12" type="sldNum"/>
          </p:nvPr>
        </p:nvSpPr>
        <p:spPr>
          <a:xfrm>
            <a:off x="6553200" y="4767262"/>
            <a:ext cx="2133600" cy="2739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88888"/>
              </a:buClr>
              <a:buFont typeface="Calibri"/>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888888"/>
              </a:buClr>
              <a:buFont typeface="Calibri"/>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888888"/>
              </a:buClr>
              <a:buFont typeface="Calibri"/>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888888"/>
              </a:buClr>
              <a:buFont typeface="Calibri"/>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888888"/>
              </a:buClr>
              <a:buFont typeface="Calibri"/>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888888"/>
              </a:buClr>
              <a:buFont typeface="Calibri"/>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888888"/>
              </a:buClr>
              <a:buFont typeface="Calibri"/>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888888"/>
              </a:buClr>
              <a:buFont typeface="Calibri"/>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888888"/>
              </a:buClr>
              <a:buFont typeface="Calibri"/>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9" name="Shape 139"/>
        <p:cNvGrpSpPr/>
        <p:nvPr/>
      </p:nvGrpSpPr>
      <p:grpSpPr>
        <a:xfrm>
          <a:off x="0" y="0"/>
          <a:ext cx="0" cy="0"/>
          <a:chOff x="0" y="0"/>
          <a:chExt cx="0" cy="0"/>
        </a:xfrm>
      </p:grpSpPr>
      <p:sp>
        <p:nvSpPr>
          <p:cNvPr id="140" name="Google Shape;140;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Arial"/>
              <a:buNone/>
              <a:defRPr b="0" i="0" sz="2800" u="none" cap="none" strike="noStrike">
                <a:solidFill>
                  <a:schemeClr val="dk1"/>
                </a:solidFill>
                <a:latin typeface="Arial"/>
                <a:ea typeface="Arial"/>
                <a:cs typeface="Arial"/>
                <a:sym typeface="Arial"/>
              </a:defRPr>
            </a:lvl1pPr>
            <a:lvl2pPr indent="0" lvl="1" rtl="0">
              <a:spcBef>
                <a:spcPts val="0"/>
              </a:spcBef>
              <a:spcAft>
                <a:spcPts val="0"/>
              </a:spcAft>
              <a:buClr>
                <a:schemeClr val="dk1"/>
              </a:buClr>
              <a:buSzPts val="1400"/>
              <a:buFont typeface="Arial"/>
              <a:buNone/>
              <a:defRPr sz="2800">
                <a:solidFill>
                  <a:schemeClr val="dk1"/>
                </a:solidFill>
              </a:defRPr>
            </a:lvl2pPr>
            <a:lvl3pPr indent="0" lvl="2" rtl="0">
              <a:spcBef>
                <a:spcPts val="0"/>
              </a:spcBef>
              <a:spcAft>
                <a:spcPts val="0"/>
              </a:spcAft>
              <a:buClr>
                <a:schemeClr val="dk1"/>
              </a:buClr>
              <a:buSzPts val="1400"/>
              <a:buFont typeface="Arial"/>
              <a:buNone/>
              <a:defRPr sz="2800">
                <a:solidFill>
                  <a:schemeClr val="dk1"/>
                </a:solidFill>
              </a:defRPr>
            </a:lvl3pPr>
            <a:lvl4pPr indent="0" lvl="3" rtl="0">
              <a:spcBef>
                <a:spcPts val="0"/>
              </a:spcBef>
              <a:spcAft>
                <a:spcPts val="0"/>
              </a:spcAft>
              <a:buClr>
                <a:schemeClr val="dk1"/>
              </a:buClr>
              <a:buSzPts val="1400"/>
              <a:buFont typeface="Arial"/>
              <a:buNone/>
              <a:defRPr sz="2800">
                <a:solidFill>
                  <a:schemeClr val="dk1"/>
                </a:solidFill>
              </a:defRPr>
            </a:lvl4pPr>
            <a:lvl5pPr indent="0" lvl="4" rtl="0">
              <a:spcBef>
                <a:spcPts val="0"/>
              </a:spcBef>
              <a:spcAft>
                <a:spcPts val="0"/>
              </a:spcAft>
              <a:buClr>
                <a:schemeClr val="dk1"/>
              </a:buClr>
              <a:buSzPts val="1400"/>
              <a:buFont typeface="Arial"/>
              <a:buNone/>
              <a:defRPr sz="2800">
                <a:solidFill>
                  <a:schemeClr val="dk1"/>
                </a:solidFill>
              </a:defRPr>
            </a:lvl5pPr>
            <a:lvl6pPr indent="0" lvl="5" rtl="0">
              <a:spcBef>
                <a:spcPts val="0"/>
              </a:spcBef>
              <a:spcAft>
                <a:spcPts val="0"/>
              </a:spcAft>
              <a:buClr>
                <a:schemeClr val="dk1"/>
              </a:buClr>
              <a:buSzPts val="1400"/>
              <a:buFont typeface="Arial"/>
              <a:buNone/>
              <a:defRPr sz="2800">
                <a:solidFill>
                  <a:schemeClr val="dk1"/>
                </a:solidFill>
              </a:defRPr>
            </a:lvl6pPr>
            <a:lvl7pPr indent="0" lvl="6" rtl="0">
              <a:spcBef>
                <a:spcPts val="0"/>
              </a:spcBef>
              <a:spcAft>
                <a:spcPts val="0"/>
              </a:spcAft>
              <a:buClr>
                <a:schemeClr val="dk1"/>
              </a:buClr>
              <a:buSzPts val="1400"/>
              <a:buFont typeface="Arial"/>
              <a:buNone/>
              <a:defRPr sz="2800">
                <a:solidFill>
                  <a:schemeClr val="dk1"/>
                </a:solidFill>
              </a:defRPr>
            </a:lvl7pPr>
            <a:lvl8pPr indent="0" lvl="7" rtl="0">
              <a:spcBef>
                <a:spcPts val="0"/>
              </a:spcBef>
              <a:spcAft>
                <a:spcPts val="0"/>
              </a:spcAft>
              <a:buClr>
                <a:schemeClr val="dk1"/>
              </a:buClr>
              <a:buSzPts val="1400"/>
              <a:buFont typeface="Arial"/>
              <a:buNone/>
              <a:defRPr sz="2800">
                <a:solidFill>
                  <a:schemeClr val="dk1"/>
                </a:solidFill>
              </a:defRPr>
            </a:lvl8pPr>
            <a:lvl9pPr indent="0" lvl="8" rtl="0">
              <a:spcBef>
                <a:spcPts val="0"/>
              </a:spcBef>
              <a:spcAft>
                <a:spcPts val="0"/>
              </a:spcAft>
              <a:buClr>
                <a:schemeClr val="dk1"/>
              </a:buClr>
              <a:buSzPts val="1400"/>
              <a:buFont typeface="Arial"/>
              <a:buNone/>
              <a:defRPr sz="2800">
                <a:solidFill>
                  <a:schemeClr val="dk1"/>
                </a:solidFill>
              </a:defRPr>
            </a:lvl9pPr>
          </a:lstStyle>
          <a:p/>
        </p:txBody>
      </p:sp>
      <p:sp>
        <p:nvSpPr>
          <p:cNvPr id="141" name="Google Shape;141;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1400"/>
              <a:buFont typeface="Arial"/>
              <a:buNone/>
              <a:defRPr b="0" i="0" sz="1800" u="none" cap="none" strike="noStrike">
                <a:solidFill>
                  <a:schemeClr val="dk2"/>
                </a:solidFill>
                <a:latin typeface="Arial"/>
                <a:ea typeface="Arial"/>
                <a:cs typeface="Arial"/>
                <a:sym typeface="Arial"/>
              </a:defRPr>
            </a:lvl1pPr>
            <a:lvl2pPr indent="-228600" lvl="1" marL="9144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2pPr>
            <a:lvl3pPr indent="-228600" lvl="2" marL="13716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3pPr>
            <a:lvl4pPr indent="-228600" lvl="3" marL="18288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4pPr>
            <a:lvl5pPr indent="-228600" lvl="4" marL="22860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5pPr>
            <a:lvl6pPr indent="-228600" lvl="5" marL="27432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6pPr>
            <a:lvl7pPr indent="-228600" lvl="6" marL="32004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7pPr>
            <a:lvl8pPr indent="-228600" lvl="7" marL="36576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8pPr>
            <a:lvl9pPr indent="-228600" lvl="8" marL="4114800" marR="0" rtl="0" algn="l">
              <a:lnSpc>
                <a:spcPct val="115000"/>
              </a:lnSpc>
              <a:spcBef>
                <a:spcPts val="1600"/>
              </a:spcBef>
              <a:spcAft>
                <a:spcPts val="1600"/>
              </a:spcAft>
              <a:buClr>
                <a:schemeClr val="dk2"/>
              </a:buClr>
              <a:buSzPts val="1400"/>
              <a:buFont typeface="Arial"/>
              <a:buNone/>
              <a:defRPr b="0" i="0" sz="1400" u="none" cap="none" strike="noStrike">
                <a:solidFill>
                  <a:schemeClr val="dk2"/>
                </a:solidFill>
                <a:latin typeface="Arial"/>
                <a:ea typeface="Arial"/>
                <a:cs typeface="Arial"/>
                <a:sym typeface="Arial"/>
              </a:defRPr>
            </a:lvl9pPr>
          </a:lstStyle>
          <a:p/>
        </p:txBody>
      </p:sp>
      <p:sp>
        <p:nvSpPr>
          <p:cNvPr id="142" name="Google Shape;142;p28"/>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43" name="Shape 143"/>
        <p:cNvGrpSpPr/>
        <p:nvPr/>
      </p:nvGrpSpPr>
      <p:grpSpPr>
        <a:xfrm>
          <a:off x="0" y="0"/>
          <a:ext cx="0" cy="0"/>
          <a:chOff x="0" y="0"/>
          <a:chExt cx="0" cy="0"/>
        </a:xfrm>
      </p:grpSpPr>
      <p:sp>
        <p:nvSpPr>
          <p:cNvPr id="144" name="Google Shape;144;p2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2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Clr>
                <a:schemeClr val="dk1"/>
              </a:buClr>
              <a:buSzPts val="1400"/>
              <a:buFont typeface="Arial"/>
              <a:buNone/>
              <a:defRPr b="0" i="0" sz="4200" u="none" cap="none" strike="noStrike">
                <a:solidFill>
                  <a:schemeClr val="dk1"/>
                </a:solidFill>
                <a:latin typeface="Arial"/>
                <a:ea typeface="Arial"/>
                <a:cs typeface="Arial"/>
                <a:sym typeface="Arial"/>
              </a:defRPr>
            </a:lvl1pPr>
            <a:lvl2pPr indent="0" lvl="1" rtl="0" algn="ctr">
              <a:spcBef>
                <a:spcPts val="0"/>
              </a:spcBef>
              <a:spcAft>
                <a:spcPts val="0"/>
              </a:spcAft>
              <a:buClr>
                <a:schemeClr val="dk1"/>
              </a:buClr>
              <a:buSzPts val="1400"/>
              <a:buFont typeface="Arial"/>
              <a:buNone/>
              <a:defRPr sz="4200">
                <a:solidFill>
                  <a:schemeClr val="dk1"/>
                </a:solidFill>
              </a:defRPr>
            </a:lvl2pPr>
            <a:lvl3pPr indent="0" lvl="2" rtl="0" algn="ctr">
              <a:spcBef>
                <a:spcPts val="0"/>
              </a:spcBef>
              <a:spcAft>
                <a:spcPts val="0"/>
              </a:spcAft>
              <a:buClr>
                <a:schemeClr val="dk1"/>
              </a:buClr>
              <a:buSzPts val="1400"/>
              <a:buFont typeface="Arial"/>
              <a:buNone/>
              <a:defRPr sz="4200">
                <a:solidFill>
                  <a:schemeClr val="dk1"/>
                </a:solidFill>
              </a:defRPr>
            </a:lvl3pPr>
            <a:lvl4pPr indent="0" lvl="3" rtl="0" algn="ctr">
              <a:spcBef>
                <a:spcPts val="0"/>
              </a:spcBef>
              <a:spcAft>
                <a:spcPts val="0"/>
              </a:spcAft>
              <a:buClr>
                <a:schemeClr val="dk1"/>
              </a:buClr>
              <a:buSzPts val="1400"/>
              <a:buFont typeface="Arial"/>
              <a:buNone/>
              <a:defRPr sz="4200">
                <a:solidFill>
                  <a:schemeClr val="dk1"/>
                </a:solidFill>
              </a:defRPr>
            </a:lvl4pPr>
            <a:lvl5pPr indent="0" lvl="4" rtl="0" algn="ctr">
              <a:spcBef>
                <a:spcPts val="0"/>
              </a:spcBef>
              <a:spcAft>
                <a:spcPts val="0"/>
              </a:spcAft>
              <a:buClr>
                <a:schemeClr val="dk1"/>
              </a:buClr>
              <a:buSzPts val="1400"/>
              <a:buFont typeface="Arial"/>
              <a:buNone/>
              <a:defRPr sz="4200">
                <a:solidFill>
                  <a:schemeClr val="dk1"/>
                </a:solidFill>
              </a:defRPr>
            </a:lvl5pPr>
            <a:lvl6pPr indent="0" lvl="5" rtl="0" algn="ctr">
              <a:spcBef>
                <a:spcPts val="0"/>
              </a:spcBef>
              <a:spcAft>
                <a:spcPts val="0"/>
              </a:spcAft>
              <a:buClr>
                <a:schemeClr val="dk1"/>
              </a:buClr>
              <a:buSzPts val="1400"/>
              <a:buFont typeface="Arial"/>
              <a:buNone/>
              <a:defRPr sz="4200">
                <a:solidFill>
                  <a:schemeClr val="dk1"/>
                </a:solidFill>
              </a:defRPr>
            </a:lvl6pPr>
            <a:lvl7pPr indent="0" lvl="6" rtl="0" algn="ctr">
              <a:spcBef>
                <a:spcPts val="0"/>
              </a:spcBef>
              <a:spcAft>
                <a:spcPts val="0"/>
              </a:spcAft>
              <a:buClr>
                <a:schemeClr val="dk1"/>
              </a:buClr>
              <a:buSzPts val="1400"/>
              <a:buFont typeface="Arial"/>
              <a:buNone/>
              <a:defRPr sz="4200">
                <a:solidFill>
                  <a:schemeClr val="dk1"/>
                </a:solidFill>
              </a:defRPr>
            </a:lvl7pPr>
            <a:lvl8pPr indent="0" lvl="7" rtl="0" algn="ctr">
              <a:spcBef>
                <a:spcPts val="0"/>
              </a:spcBef>
              <a:spcAft>
                <a:spcPts val="0"/>
              </a:spcAft>
              <a:buClr>
                <a:schemeClr val="dk1"/>
              </a:buClr>
              <a:buSzPts val="1400"/>
              <a:buFont typeface="Arial"/>
              <a:buNone/>
              <a:defRPr sz="4200">
                <a:solidFill>
                  <a:schemeClr val="dk1"/>
                </a:solidFill>
              </a:defRPr>
            </a:lvl8pPr>
            <a:lvl9pPr indent="0" lvl="8" rtl="0" algn="ctr">
              <a:spcBef>
                <a:spcPts val="0"/>
              </a:spcBef>
              <a:spcAft>
                <a:spcPts val="0"/>
              </a:spcAft>
              <a:buClr>
                <a:schemeClr val="dk1"/>
              </a:buClr>
              <a:buSzPts val="1400"/>
              <a:buFont typeface="Arial"/>
              <a:buNone/>
              <a:defRPr sz="4200">
                <a:solidFill>
                  <a:schemeClr val="dk1"/>
                </a:solidFill>
              </a:defRPr>
            </a:lvl9pPr>
          </a:lstStyle>
          <a:p/>
        </p:txBody>
      </p:sp>
      <p:sp>
        <p:nvSpPr>
          <p:cNvPr id="146" name="Google Shape;146;p2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indent="0" lvl="0" marL="0" marR="0" rtl="0" algn="ctr">
              <a:lnSpc>
                <a:spcPct val="100000"/>
              </a:lnSpc>
              <a:spcBef>
                <a:spcPts val="0"/>
              </a:spcBef>
              <a:spcAft>
                <a:spcPts val="0"/>
              </a:spcAft>
              <a:buClr>
                <a:schemeClr val="dk2"/>
              </a:buClr>
              <a:buSzPts val="1400"/>
              <a:buFont typeface="Arial"/>
              <a:buNone/>
              <a:defRPr b="0" i="0" sz="2100" u="none" cap="none" strike="noStrike">
                <a:solidFill>
                  <a:schemeClr val="dk2"/>
                </a:solidFill>
                <a:latin typeface="Arial"/>
                <a:ea typeface="Arial"/>
                <a:cs typeface="Arial"/>
                <a:sym typeface="Arial"/>
              </a:defRPr>
            </a:lvl1pPr>
            <a:lvl2pPr indent="0" lvl="1" marL="0" marR="0" rtl="0" algn="ctr">
              <a:lnSpc>
                <a:spcPct val="100000"/>
              </a:lnSpc>
              <a:spcBef>
                <a:spcPts val="0"/>
              </a:spcBef>
              <a:spcAft>
                <a:spcPts val="0"/>
              </a:spcAft>
              <a:buClr>
                <a:schemeClr val="dk2"/>
              </a:buClr>
              <a:buSzPts val="1400"/>
              <a:buFont typeface="Arial"/>
              <a:buNone/>
              <a:defRPr b="0" i="0" sz="2100" u="none" cap="none" strike="noStrike">
                <a:solidFill>
                  <a:schemeClr val="dk2"/>
                </a:solidFill>
                <a:latin typeface="Arial"/>
                <a:ea typeface="Arial"/>
                <a:cs typeface="Arial"/>
                <a:sym typeface="Arial"/>
              </a:defRPr>
            </a:lvl2pPr>
            <a:lvl3pPr indent="0" lvl="2" marL="0" marR="0" rtl="0" algn="ctr">
              <a:lnSpc>
                <a:spcPct val="100000"/>
              </a:lnSpc>
              <a:spcBef>
                <a:spcPts val="0"/>
              </a:spcBef>
              <a:spcAft>
                <a:spcPts val="0"/>
              </a:spcAft>
              <a:buClr>
                <a:schemeClr val="dk2"/>
              </a:buClr>
              <a:buSzPts val="1400"/>
              <a:buFont typeface="Arial"/>
              <a:buNone/>
              <a:defRPr b="0" i="0" sz="2100" u="none" cap="none" strike="noStrike">
                <a:solidFill>
                  <a:schemeClr val="dk2"/>
                </a:solidFill>
                <a:latin typeface="Arial"/>
                <a:ea typeface="Arial"/>
                <a:cs typeface="Arial"/>
                <a:sym typeface="Arial"/>
              </a:defRPr>
            </a:lvl3pPr>
            <a:lvl4pPr indent="0" lvl="3" marL="0" marR="0" rtl="0" algn="ctr">
              <a:lnSpc>
                <a:spcPct val="100000"/>
              </a:lnSpc>
              <a:spcBef>
                <a:spcPts val="0"/>
              </a:spcBef>
              <a:spcAft>
                <a:spcPts val="0"/>
              </a:spcAft>
              <a:buClr>
                <a:schemeClr val="dk2"/>
              </a:buClr>
              <a:buSzPts val="1400"/>
              <a:buFont typeface="Arial"/>
              <a:buNone/>
              <a:defRPr b="0" i="0" sz="2100" u="none" cap="none" strike="noStrike">
                <a:solidFill>
                  <a:schemeClr val="dk2"/>
                </a:solidFill>
                <a:latin typeface="Arial"/>
                <a:ea typeface="Arial"/>
                <a:cs typeface="Arial"/>
                <a:sym typeface="Arial"/>
              </a:defRPr>
            </a:lvl4pPr>
            <a:lvl5pPr indent="0" lvl="4" marL="0" marR="0" rtl="0" algn="ctr">
              <a:lnSpc>
                <a:spcPct val="100000"/>
              </a:lnSpc>
              <a:spcBef>
                <a:spcPts val="0"/>
              </a:spcBef>
              <a:spcAft>
                <a:spcPts val="0"/>
              </a:spcAft>
              <a:buClr>
                <a:schemeClr val="dk2"/>
              </a:buClr>
              <a:buSzPts val="1400"/>
              <a:buFont typeface="Arial"/>
              <a:buNone/>
              <a:defRPr b="0" i="0" sz="2100" u="none" cap="none" strike="noStrike">
                <a:solidFill>
                  <a:schemeClr val="dk2"/>
                </a:solidFill>
                <a:latin typeface="Arial"/>
                <a:ea typeface="Arial"/>
                <a:cs typeface="Arial"/>
                <a:sym typeface="Arial"/>
              </a:defRPr>
            </a:lvl5pPr>
            <a:lvl6pPr indent="0" lvl="5" marL="0" marR="0" rtl="0" algn="ctr">
              <a:lnSpc>
                <a:spcPct val="100000"/>
              </a:lnSpc>
              <a:spcBef>
                <a:spcPts val="0"/>
              </a:spcBef>
              <a:spcAft>
                <a:spcPts val="0"/>
              </a:spcAft>
              <a:buClr>
                <a:schemeClr val="dk2"/>
              </a:buClr>
              <a:buSzPts val="1400"/>
              <a:buFont typeface="Arial"/>
              <a:buNone/>
              <a:defRPr b="0" i="0" sz="2100" u="none" cap="none" strike="noStrike">
                <a:solidFill>
                  <a:schemeClr val="dk2"/>
                </a:solidFill>
                <a:latin typeface="Arial"/>
                <a:ea typeface="Arial"/>
                <a:cs typeface="Arial"/>
                <a:sym typeface="Arial"/>
              </a:defRPr>
            </a:lvl6pPr>
            <a:lvl7pPr indent="0" lvl="6" marL="0" marR="0" rtl="0" algn="ctr">
              <a:lnSpc>
                <a:spcPct val="100000"/>
              </a:lnSpc>
              <a:spcBef>
                <a:spcPts val="0"/>
              </a:spcBef>
              <a:spcAft>
                <a:spcPts val="0"/>
              </a:spcAft>
              <a:buClr>
                <a:schemeClr val="dk2"/>
              </a:buClr>
              <a:buSzPts val="1400"/>
              <a:buFont typeface="Arial"/>
              <a:buNone/>
              <a:defRPr b="0" i="0" sz="2100" u="none" cap="none" strike="noStrike">
                <a:solidFill>
                  <a:schemeClr val="dk2"/>
                </a:solidFill>
                <a:latin typeface="Arial"/>
                <a:ea typeface="Arial"/>
                <a:cs typeface="Arial"/>
                <a:sym typeface="Arial"/>
              </a:defRPr>
            </a:lvl7pPr>
            <a:lvl8pPr indent="0" lvl="7" marL="0" marR="0" rtl="0" algn="ctr">
              <a:lnSpc>
                <a:spcPct val="100000"/>
              </a:lnSpc>
              <a:spcBef>
                <a:spcPts val="0"/>
              </a:spcBef>
              <a:spcAft>
                <a:spcPts val="0"/>
              </a:spcAft>
              <a:buClr>
                <a:schemeClr val="dk2"/>
              </a:buClr>
              <a:buSzPts val="1400"/>
              <a:buFont typeface="Arial"/>
              <a:buNone/>
              <a:defRPr b="0" i="0" sz="2100" u="none" cap="none" strike="noStrike">
                <a:solidFill>
                  <a:schemeClr val="dk2"/>
                </a:solidFill>
                <a:latin typeface="Arial"/>
                <a:ea typeface="Arial"/>
                <a:cs typeface="Arial"/>
                <a:sym typeface="Arial"/>
              </a:defRPr>
            </a:lvl8pPr>
            <a:lvl9pPr indent="0" lvl="8" marL="0" marR="0" rtl="0" algn="ctr">
              <a:lnSpc>
                <a:spcPct val="100000"/>
              </a:lnSpc>
              <a:spcBef>
                <a:spcPts val="0"/>
              </a:spcBef>
              <a:spcAft>
                <a:spcPts val="0"/>
              </a:spcAft>
              <a:buClr>
                <a:schemeClr val="dk2"/>
              </a:buClr>
              <a:buSzPts val="1400"/>
              <a:buFont typeface="Arial"/>
              <a:buNone/>
              <a:defRPr b="0" i="0" sz="2100" u="none" cap="none" strike="noStrike">
                <a:solidFill>
                  <a:schemeClr val="dk2"/>
                </a:solidFill>
                <a:latin typeface="Arial"/>
                <a:ea typeface="Arial"/>
                <a:cs typeface="Arial"/>
                <a:sym typeface="Arial"/>
              </a:defRPr>
            </a:lvl9pPr>
          </a:lstStyle>
          <a:p/>
        </p:txBody>
      </p:sp>
      <p:sp>
        <p:nvSpPr>
          <p:cNvPr id="147" name="Google Shape;147;p2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1400"/>
              <a:buFont typeface="Arial"/>
              <a:buNone/>
              <a:defRPr b="0" i="0" sz="1800" u="none" cap="none" strike="noStrike">
                <a:solidFill>
                  <a:schemeClr val="dk2"/>
                </a:solidFill>
                <a:latin typeface="Arial"/>
                <a:ea typeface="Arial"/>
                <a:cs typeface="Arial"/>
                <a:sym typeface="Arial"/>
              </a:defRPr>
            </a:lvl1pPr>
            <a:lvl2pPr indent="-228600" lvl="1" marL="9144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2pPr>
            <a:lvl3pPr indent="-228600" lvl="2" marL="13716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3pPr>
            <a:lvl4pPr indent="-228600" lvl="3" marL="18288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4pPr>
            <a:lvl5pPr indent="-228600" lvl="4" marL="22860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5pPr>
            <a:lvl6pPr indent="-228600" lvl="5" marL="27432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6pPr>
            <a:lvl7pPr indent="-228600" lvl="6" marL="32004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7pPr>
            <a:lvl8pPr indent="-228600" lvl="7" marL="36576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8pPr>
            <a:lvl9pPr indent="-228600" lvl="8" marL="4114800" marR="0" rtl="0" algn="l">
              <a:lnSpc>
                <a:spcPct val="115000"/>
              </a:lnSpc>
              <a:spcBef>
                <a:spcPts val="1600"/>
              </a:spcBef>
              <a:spcAft>
                <a:spcPts val="1600"/>
              </a:spcAft>
              <a:buClr>
                <a:schemeClr val="dk2"/>
              </a:buClr>
              <a:buSzPts val="1400"/>
              <a:buFont typeface="Arial"/>
              <a:buNone/>
              <a:defRPr b="0" i="0" sz="1400" u="none" cap="none" strike="noStrike">
                <a:solidFill>
                  <a:schemeClr val="dk2"/>
                </a:solidFill>
                <a:latin typeface="Arial"/>
                <a:ea typeface="Arial"/>
                <a:cs typeface="Arial"/>
                <a:sym typeface="Arial"/>
              </a:defRPr>
            </a:lvl9pPr>
          </a:lstStyle>
          <a:p/>
        </p:txBody>
      </p:sp>
      <p:sp>
        <p:nvSpPr>
          <p:cNvPr id="148" name="Google Shape;148;p29"/>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149" name="Shape 149"/>
        <p:cNvGrpSpPr/>
        <p:nvPr/>
      </p:nvGrpSpPr>
      <p:grpSpPr>
        <a:xfrm>
          <a:off x="0" y="0"/>
          <a:ext cx="0" cy="0"/>
          <a:chOff x="0" y="0"/>
          <a:chExt cx="0" cy="0"/>
        </a:xfrm>
      </p:grpSpPr>
      <p:sp>
        <p:nvSpPr>
          <p:cNvPr id="150" name="Google Shape;150;p3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Arial"/>
              <a:buNone/>
              <a:defRPr b="0" i="0" sz="4800" u="none" cap="none" strike="noStrike">
                <a:solidFill>
                  <a:schemeClr val="dk1"/>
                </a:solidFill>
                <a:latin typeface="Arial"/>
                <a:ea typeface="Arial"/>
                <a:cs typeface="Arial"/>
                <a:sym typeface="Arial"/>
              </a:defRPr>
            </a:lvl1pPr>
            <a:lvl2pPr indent="0" lvl="1" rtl="0">
              <a:spcBef>
                <a:spcPts val="0"/>
              </a:spcBef>
              <a:spcAft>
                <a:spcPts val="0"/>
              </a:spcAft>
              <a:buClr>
                <a:schemeClr val="dk1"/>
              </a:buClr>
              <a:buSzPts val="1400"/>
              <a:buFont typeface="Arial"/>
              <a:buNone/>
              <a:defRPr sz="4800">
                <a:solidFill>
                  <a:schemeClr val="dk1"/>
                </a:solidFill>
              </a:defRPr>
            </a:lvl2pPr>
            <a:lvl3pPr indent="0" lvl="2" rtl="0">
              <a:spcBef>
                <a:spcPts val="0"/>
              </a:spcBef>
              <a:spcAft>
                <a:spcPts val="0"/>
              </a:spcAft>
              <a:buClr>
                <a:schemeClr val="dk1"/>
              </a:buClr>
              <a:buSzPts val="1400"/>
              <a:buFont typeface="Arial"/>
              <a:buNone/>
              <a:defRPr sz="4800">
                <a:solidFill>
                  <a:schemeClr val="dk1"/>
                </a:solidFill>
              </a:defRPr>
            </a:lvl3pPr>
            <a:lvl4pPr indent="0" lvl="3" rtl="0">
              <a:spcBef>
                <a:spcPts val="0"/>
              </a:spcBef>
              <a:spcAft>
                <a:spcPts val="0"/>
              </a:spcAft>
              <a:buClr>
                <a:schemeClr val="dk1"/>
              </a:buClr>
              <a:buSzPts val="1400"/>
              <a:buFont typeface="Arial"/>
              <a:buNone/>
              <a:defRPr sz="4800">
                <a:solidFill>
                  <a:schemeClr val="dk1"/>
                </a:solidFill>
              </a:defRPr>
            </a:lvl4pPr>
            <a:lvl5pPr indent="0" lvl="4" rtl="0">
              <a:spcBef>
                <a:spcPts val="0"/>
              </a:spcBef>
              <a:spcAft>
                <a:spcPts val="0"/>
              </a:spcAft>
              <a:buClr>
                <a:schemeClr val="dk1"/>
              </a:buClr>
              <a:buSzPts val="1400"/>
              <a:buFont typeface="Arial"/>
              <a:buNone/>
              <a:defRPr sz="4800">
                <a:solidFill>
                  <a:schemeClr val="dk1"/>
                </a:solidFill>
              </a:defRPr>
            </a:lvl5pPr>
            <a:lvl6pPr indent="0" lvl="5" rtl="0">
              <a:spcBef>
                <a:spcPts val="0"/>
              </a:spcBef>
              <a:spcAft>
                <a:spcPts val="0"/>
              </a:spcAft>
              <a:buClr>
                <a:schemeClr val="dk1"/>
              </a:buClr>
              <a:buSzPts val="1400"/>
              <a:buFont typeface="Arial"/>
              <a:buNone/>
              <a:defRPr sz="4800">
                <a:solidFill>
                  <a:schemeClr val="dk1"/>
                </a:solidFill>
              </a:defRPr>
            </a:lvl6pPr>
            <a:lvl7pPr indent="0" lvl="6" rtl="0">
              <a:spcBef>
                <a:spcPts val="0"/>
              </a:spcBef>
              <a:spcAft>
                <a:spcPts val="0"/>
              </a:spcAft>
              <a:buClr>
                <a:schemeClr val="dk1"/>
              </a:buClr>
              <a:buSzPts val="1400"/>
              <a:buFont typeface="Arial"/>
              <a:buNone/>
              <a:defRPr sz="4800">
                <a:solidFill>
                  <a:schemeClr val="dk1"/>
                </a:solidFill>
              </a:defRPr>
            </a:lvl7pPr>
            <a:lvl8pPr indent="0" lvl="7" rtl="0">
              <a:spcBef>
                <a:spcPts val="0"/>
              </a:spcBef>
              <a:spcAft>
                <a:spcPts val="0"/>
              </a:spcAft>
              <a:buClr>
                <a:schemeClr val="dk1"/>
              </a:buClr>
              <a:buSzPts val="1400"/>
              <a:buFont typeface="Arial"/>
              <a:buNone/>
              <a:defRPr sz="4800">
                <a:solidFill>
                  <a:schemeClr val="dk1"/>
                </a:solidFill>
              </a:defRPr>
            </a:lvl8pPr>
            <a:lvl9pPr indent="0" lvl="8" rtl="0">
              <a:spcBef>
                <a:spcPts val="0"/>
              </a:spcBef>
              <a:spcAft>
                <a:spcPts val="0"/>
              </a:spcAft>
              <a:buClr>
                <a:schemeClr val="dk1"/>
              </a:buClr>
              <a:buSzPts val="1400"/>
              <a:buFont typeface="Arial"/>
              <a:buNone/>
              <a:defRPr sz="4800">
                <a:solidFill>
                  <a:schemeClr val="dk1"/>
                </a:solidFill>
              </a:defRPr>
            </a:lvl9pPr>
          </a:lstStyle>
          <a:p/>
        </p:txBody>
      </p:sp>
      <p:sp>
        <p:nvSpPr>
          <p:cNvPr id="151" name="Google Shape;151;p30"/>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2" name="Shape 152"/>
        <p:cNvGrpSpPr/>
        <p:nvPr/>
      </p:nvGrpSpPr>
      <p:grpSpPr>
        <a:xfrm>
          <a:off x="0" y="0"/>
          <a:ext cx="0" cy="0"/>
          <a:chOff x="0" y="0"/>
          <a:chExt cx="0" cy="0"/>
        </a:xfrm>
      </p:grpSpPr>
      <p:sp>
        <p:nvSpPr>
          <p:cNvPr id="153" name="Google Shape;153;p3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indent="0" lvl="0" marL="0" marR="0" rtl="0" algn="ctr">
              <a:lnSpc>
                <a:spcPct val="100000"/>
              </a:lnSpc>
              <a:spcBef>
                <a:spcPts val="0"/>
              </a:spcBef>
              <a:spcAft>
                <a:spcPts val="0"/>
              </a:spcAft>
              <a:buClr>
                <a:schemeClr val="dk1"/>
              </a:buClr>
              <a:buSzPts val="1400"/>
              <a:buFont typeface="Arial"/>
              <a:buNone/>
              <a:defRPr b="0" i="0" sz="3600" u="none" cap="none" strike="noStrike">
                <a:solidFill>
                  <a:schemeClr val="dk1"/>
                </a:solidFill>
                <a:latin typeface="Arial"/>
                <a:ea typeface="Arial"/>
                <a:cs typeface="Arial"/>
                <a:sym typeface="Arial"/>
              </a:defRPr>
            </a:lvl1pPr>
            <a:lvl2pPr indent="0" lvl="1" rtl="0" algn="ctr">
              <a:spcBef>
                <a:spcPts val="0"/>
              </a:spcBef>
              <a:spcAft>
                <a:spcPts val="0"/>
              </a:spcAft>
              <a:buClr>
                <a:schemeClr val="dk1"/>
              </a:buClr>
              <a:buSzPts val="1400"/>
              <a:buFont typeface="Arial"/>
              <a:buNone/>
              <a:defRPr sz="3600">
                <a:solidFill>
                  <a:schemeClr val="dk1"/>
                </a:solidFill>
              </a:defRPr>
            </a:lvl2pPr>
            <a:lvl3pPr indent="0" lvl="2" rtl="0" algn="ctr">
              <a:spcBef>
                <a:spcPts val="0"/>
              </a:spcBef>
              <a:spcAft>
                <a:spcPts val="0"/>
              </a:spcAft>
              <a:buClr>
                <a:schemeClr val="dk1"/>
              </a:buClr>
              <a:buSzPts val="1400"/>
              <a:buFont typeface="Arial"/>
              <a:buNone/>
              <a:defRPr sz="3600">
                <a:solidFill>
                  <a:schemeClr val="dk1"/>
                </a:solidFill>
              </a:defRPr>
            </a:lvl3pPr>
            <a:lvl4pPr indent="0" lvl="3" rtl="0" algn="ctr">
              <a:spcBef>
                <a:spcPts val="0"/>
              </a:spcBef>
              <a:spcAft>
                <a:spcPts val="0"/>
              </a:spcAft>
              <a:buClr>
                <a:schemeClr val="dk1"/>
              </a:buClr>
              <a:buSzPts val="1400"/>
              <a:buFont typeface="Arial"/>
              <a:buNone/>
              <a:defRPr sz="3600">
                <a:solidFill>
                  <a:schemeClr val="dk1"/>
                </a:solidFill>
              </a:defRPr>
            </a:lvl4pPr>
            <a:lvl5pPr indent="0" lvl="4" rtl="0" algn="ctr">
              <a:spcBef>
                <a:spcPts val="0"/>
              </a:spcBef>
              <a:spcAft>
                <a:spcPts val="0"/>
              </a:spcAft>
              <a:buClr>
                <a:schemeClr val="dk1"/>
              </a:buClr>
              <a:buSzPts val="1400"/>
              <a:buFont typeface="Arial"/>
              <a:buNone/>
              <a:defRPr sz="3600">
                <a:solidFill>
                  <a:schemeClr val="dk1"/>
                </a:solidFill>
              </a:defRPr>
            </a:lvl5pPr>
            <a:lvl6pPr indent="0" lvl="5" rtl="0" algn="ctr">
              <a:spcBef>
                <a:spcPts val="0"/>
              </a:spcBef>
              <a:spcAft>
                <a:spcPts val="0"/>
              </a:spcAft>
              <a:buClr>
                <a:schemeClr val="dk1"/>
              </a:buClr>
              <a:buSzPts val="1400"/>
              <a:buFont typeface="Arial"/>
              <a:buNone/>
              <a:defRPr sz="3600">
                <a:solidFill>
                  <a:schemeClr val="dk1"/>
                </a:solidFill>
              </a:defRPr>
            </a:lvl6pPr>
            <a:lvl7pPr indent="0" lvl="6" rtl="0" algn="ctr">
              <a:spcBef>
                <a:spcPts val="0"/>
              </a:spcBef>
              <a:spcAft>
                <a:spcPts val="0"/>
              </a:spcAft>
              <a:buClr>
                <a:schemeClr val="dk1"/>
              </a:buClr>
              <a:buSzPts val="1400"/>
              <a:buFont typeface="Arial"/>
              <a:buNone/>
              <a:defRPr sz="3600">
                <a:solidFill>
                  <a:schemeClr val="dk1"/>
                </a:solidFill>
              </a:defRPr>
            </a:lvl7pPr>
            <a:lvl8pPr indent="0" lvl="7" rtl="0" algn="ctr">
              <a:spcBef>
                <a:spcPts val="0"/>
              </a:spcBef>
              <a:spcAft>
                <a:spcPts val="0"/>
              </a:spcAft>
              <a:buClr>
                <a:schemeClr val="dk1"/>
              </a:buClr>
              <a:buSzPts val="1400"/>
              <a:buFont typeface="Arial"/>
              <a:buNone/>
              <a:defRPr sz="3600">
                <a:solidFill>
                  <a:schemeClr val="dk1"/>
                </a:solidFill>
              </a:defRPr>
            </a:lvl8pPr>
            <a:lvl9pPr indent="0" lvl="8" rtl="0" algn="ctr">
              <a:spcBef>
                <a:spcPts val="0"/>
              </a:spcBef>
              <a:spcAft>
                <a:spcPts val="0"/>
              </a:spcAft>
              <a:buClr>
                <a:schemeClr val="dk1"/>
              </a:buClr>
              <a:buSzPts val="1400"/>
              <a:buFont typeface="Arial"/>
              <a:buNone/>
              <a:defRPr sz="3600">
                <a:solidFill>
                  <a:schemeClr val="dk1"/>
                </a:solidFill>
              </a:defRPr>
            </a:lvl9pPr>
          </a:lstStyle>
          <a:p/>
        </p:txBody>
      </p:sp>
      <p:sp>
        <p:nvSpPr>
          <p:cNvPr id="154" name="Google Shape;154;p31"/>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55" name="Shape 155"/>
        <p:cNvGrpSpPr/>
        <p:nvPr/>
      </p:nvGrpSpPr>
      <p:grpSpPr>
        <a:xfrm>
          <a:off x="0" y="0"/>
          <a:ext cx="0" cy="0"/>
          <a:chOff x="0" y="0"/>
          <a:chExt cx="0" cy="0"/>
        </a:xfrm>
      </p:grpSpPr>
      <p:sp>
        <p:nvSpPr>
          <p:cNvPr id="156" name="Google Shape;156;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Arial"/>
              <a:buNone/>
              <a:defRPr b="0" i="0" sz="2800" u="none" cap="none" strike="noStrike">
                <a:solidFill>
                  <a:schemeClr val="dk1"/>
                </a:solidFill>
                <a:latin typeface="Arial"/>
                <a:ea typeface="Arial"/>
                <a:cs typeface="Arial"/>
                <a:sym typeface="Arial"/>
              </a:defRPr>
            </a:lvl1pPr>
            <a:lvl2pPr indent="0" lvl="1" rtl="0">
              <a:spcBef>
                <a:spcPts val="0"/>
              </a:spcBef>
              <a:spcAft>
                <a:spcPts val="0"/>
              </a:spcAft>
              <a:buClr>
                <a:schemeClr val="dk1"/>
              </a:buClr>
              <a:buSzPts val="1400"/>
              <a:buFont typeface="Arial"/>
              <a:buNone/>
              <a:defRPr sz="2800">
                <a:solidFill>
                  <a:schemeClr val="dk1"/>
                </a:solidFill>
              </a:defRPr>
            </a:lvl2pPr>
            <a:lvl3pPr indent="0" lvl="2" rtl="0">
              <a:spcBef>
                <a:spcPts val="0"/>
              </a:spcBef>
              <a:spcAft>
                <a:spcPts val="0"/>
              </a:spcAft>
              <a:buClr>
                <a:schemeClr val="dk1"/>
              </a:buClr>
              <a:buSzPts val="1400"/>
              <a:buFont typeface="Arial"/>
              <a:buNone/>
              <a:defRPr sz="2800">
                <a:solidFill>
                  <a:schemeClr val="dk1"/>
                </a:solidFill>
              </a:defRPr>
            </a:lvl3pPr>
            <a:lvl4pPr indent="0" lvl="3" rtl="0">
              <a:spcBef>
                <a:spcPts val="0"/>
              </a:spcBef>
              <a:spcAft>
                <a:spcPts val="0"/>
              </a:spcAft>
              <a:buClr>
                <a:schemeClr val="dk1"/>
              </a:buClr>
              <a:buSzPts val="1400"/>
              <a:buFont typeface="Arial"/>
              <a:buNone/>
              <a:defRPr sz="2800">
                <a:solidFill>
                  <a:schemeClr val="dk1"/>
                </a:solidFill>
              </a:defRPr>
            </a:lvl4pPr>
            <a:lvl5pPr indent="0" lvl="4" rtl="0">
              <a:spcBef>
                <a:spcPts val="0"/>
              </a:spcBef>
              <a:spcAft>
                <a:spcPts val="0"/>
              </a:spcAft>
              <a:buClr>
                <a:schemeClr val="dk1"/>
              </a:buClr>
              <a:buSzPts val="1400"/>
              <a:buFont typeface="Arial"/>
              <a:buNone/>
              <a:defRPr sz="2800">
                <a:solidFill>
                  <a:schemeClr val="dk1"/>
                </a:solidFill>
              </a:defRPr>
            </a:lvl5pPr>
            <a:lvl6pPr indent="0" lvl="5" rtl="0">
              <a:spcBef>
                <a:spcPts val="0"/>
              </a:spcBef>
              <a:spcAft>
                <a:spcPts val="0"/>
              </a:spcAft>
              <a:buClr>
                <a:schemeClr val="dk1"/>
              </a:buClr>
              <a:buSzPts val="1400"/>
              <a:buFont typeface="Arial"/>
              <a:buNone/>
              <a:defRPr sz="2800">
                <a:solidFill>
                  <a:schemeClr val="dk1"/>
                </a:solidFill>
              </a:defRPr>
            </a:lvl6pPr>
            <a:lvl7pPr indent="0" lvl="6" rtl="0">
              <a:spcBef>
                <a:spcPts val="0"/>
              </a:spcBef>
              <a:spcAft>
                <a:spcPts val="0"/>
              </a:spcAft>
              <a:buClr>
                <a:schemeClr val="dk1"/>
              </a:buClr>
              <a:buSzPts val="1400"/>
              <a:buFont typeface="Arial"/>
              <a:buNone/>
              <a:defRPr sz="2800">
                <a:solidFill>
                  <a:schemeClr val="dk1"/>
                </a:solidFill>
              </a:defRPr>
            </a:lvl7pPr>
            <a:lvl8pPr indent="0" lvl="7" rtl="0">
              <a:spcBef>
                <a:spcPts val="0"/>
              </a:spcBef>
              <a:spcAft>
                <a:spcPts val="0"/>
              </a:spcAft>
              <a:buClr>
                <a:schemeClr val="dk1"/>
              </a:buClr>
              <a:buSzPts val="1400"/>
              <a:buFont typeface="Arial"/>
              <a:buNone/>
              <a:defRPr sz="2800">
                <a:solidFill>
                  <a:schemeClr val="dk1"/>
                </a:solidFill>
              </a:defRPr>
            </a:lvl8pPr>
            <a:lvl9pPr indent="0" lvl="8" rtl="0">
              <a:spcBef>
                <a:spcPts val="0"/>
              </a:spcBef>
              <a:spcAft>
                <a:spcPts val="0"/>
              </a:spcAft>
              <a:buClr>
                <a:schemeClr val="dk1"/>
              </a:buClr>
              <a:buSzPts val="1400"/>
              <a:buFont typeface="Arial"/>
              <a:buNone/>
              <a:defRPr sz="2800">
                <a:solidFill>
                  <a:schemeClr val="dk1"/>
                </a:solidFill>
              </a:defRPr>
            </a:lvl9pPr>
          </a:lstStyle>
          <a:p/>
        </p:txBody>
      </p:sp>
      <p:sp>
        <p:nvSpPr>
          <p:cNvPr id="157" name="Google Shape;157;p3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1pPr>
            <a:lvl2pPr indent="-228600" lvl="1" marL="9144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2pPr>
            <a:lvl3pPr indent="-228600" lvl="2" marL="13716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3pPr>
            <a:lvl4pPr indent="-228600" lvl="3" marL="18288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4pPr>
            <a:lvl5pPr indent="-228600" lvl="4" marL="22860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5pPr>
            <a:lvl6pPr indent="-228600" lvl="5" marL="27432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6pPr>
            <a:lvl7pPr indent="-228600" lvl="6" marL="32004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7pPr>
            <a:lvl8pPr indent="-228600" lvl="7" marL="36576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8pPr>
            <a:lvl9pPr indent="-228600" lvl="8" marL="4114800" marR="0" rtl="0" algn="l">
              <a:lnSpc>
                <a:spcPct val="115000"/>
              </a:lnSpc>
              <a:spcBef>
                <a:spcPts val="1600"/>
              </a:spcBef>
              <a:spcAft>
                <a:spcPts val="1600"/>
              </a:spcAft>
              <a:buClr>
                <a:schemeClr val="dk2"/>
              </a:buClr>
              <a:buSzPts val="1400"/>
              <a:buFont typeface="Arial"/>
              <a:buNone/>
              <a:defRPr b="0" i="0" sz="1200" u="none" cap="none" strike="noStrike">
                <a:solidFill>
                  <a:schemeClr val="dk2"/>
                </a:solidFill>
                <a:latin typeface="Arial"/>
                <a:ea typeface="Arial"/>
                <a:cs typeface="Arial"/>
                <a:sym typeface="Arial"/>
              </a:defRPr>
            </a:lvl9pPr>
          </a:lstStyle>
          <a:p/>
        </p:txBody>
      </p:sp>
      <p:sp>
        <p:nvSpPr>
          <p:cNvPr id="158" name="Google Shape;158;p3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1pPr>
            <a:lvl2pPr indent="-228600" lvl="1" marL="9144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2pPr>
            <a:lvl3pPr indent="-228600" lvl="2" marL="13716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3pPr>
            <a:lvl4pPr indent="-228600" lvl="3" marL="18288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4pPr>
            <a:lvl5pPr indent="-228600" lvl="4" marL="22860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5pPr>
            <a:lvl6pPr indent="-228600" lvl="5" marL="27432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6pPr>
            <a:lvl7pPr indent="-228600" lvl="6" marL="32004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7pPr>
            <a:lvl8pPr indent="-228600" lvl="7" marL="36576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8pPr>
            <a:lvl9pPr indent="-228600" lvl="8" marL="4114800" marR="0" rtl="0" algn="l">
              <a:lnSpc>
                <a:spcPct val="115000"/>
              </a:lnSpc>
              <a:spcBef>
                <a:spcPts val="1600"/>
              </a:spcBef>
              <a:spcAft>
                <a:spcPts val="1600"/>
              </a:spcAft>
              <a:buClr>
                <a:schemeClr val="dk2"/>
              </a:buClr>
              <a:buSzPts val="1400"/>
              <a:buFont typeface="Arial"/>
              <a:buNone/>
              <a:defRPr b="0" i="0" sz="1200" u="none" cap="none" strike="noStrike">
                <a:solidFill>
                  <a:schemeClr val="dk2"/>
                </a:solidFill>
                <a:latin typeface="Arial"/>
                <a:ea typeface="Arial"/>
                <a:cs typeface="Arial"/>
                <a:sym typeface="Arial"/>
              </a:defRPr>
            </a:lvl9pPr>
          </a:lstStyle>
          <a:p/>
        </p:txBody>
      </p:sp>
      <p:sp>
        <p:nvSpPr>
          <p:cNvPr id="159" name="Google Shape;159;p32"/>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0" name="Shape 160"/>
        <p:cNvGrpSpPr/>
        <p:nvPr/>
      </p:nvGrpSpPr>
      <p:grpSpPr>
        <a:xfrm>
          <a:off x="0" y="0"/>
          <a:ext cx="0" cy="0"/>
          <a:chOff x="0" y="0"/>
          <a:chExt cx="0" cy="0"/>
        </a:xfrm>
      </p:grpSpPr>
      <p:sp>
        <p:nvSpPr>
          <p:cNvPr id="161" name="Google Shape;161;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Arial"/>
              <a:buNone/>
              <a:defRPr b="0" i="0" sz="2800" u="none" cap="none" strike="noStrike">
                <a:solidFill>
                  <a:schemeClr val="dk1"/>
                </a:solidFill>
                <a:latin typeface="Arial"/>
                <a:ea typeface="Arial"/>
                <a:cs typeface="Arial"/>
                <a:sym typeface="Arial"/>
              </a:defRPr>
            </a:lvl1pPr>
            <a:lvl2pPr indent="0" lvl="1" rtl="0">
              <a:spcBef>
                <a:spcPts val="0"/>
              </a:spcBef>
              <a:spcAft>
                <a:spcPts val="0"/>
              </a:spcAft>
              <a:buClr>
                <a:schemeClr val="dk1"/>
              </a:buClr>
              <a:buSzPts val="1400"/>
              <a:buFont typeface="Arial"/>
              <a:buNone/>
              <a:defRPr sz="2800">
                <a:solidFill>
                  <a:schemeClr val="dk1"/>
                </a:solidFill>
              </a:defRPr>
            </a:lvl2pPr>
            <a:lvl3pPr indent="0" lvl="2" rtl="0">
              <a:spcBef>
                <a:spcPts val="0"/>
              </a:spcBef>
              <a:spcAft>
                <a:spcPts val="0"/>
              </a:spcAft>
              <a:buClr>
                <a:schemeClr val="dk1"/>
              </a:buClr>
              <a:buSzPts val="1400"/>
              <a:buFont typeface="Arial"/>
              <a:buNone/>
              <a:defRPr sz="2800">
                <a:solidFill>
                  <a:schemeClr val="dk1"/>
                </a:solidFill>
              </a:defRPr>
            </a:lvl3pPr>
            <a:lvl4pPr indent="0" lvl="3" rtl="0">
              <a:spcBef>
                <a:spcPts val="0"/>
              </a:spcBef>
              <a:spcAft>
                <a:spcPts val="0"/>
              </a:spcAft>
              <a:buClr>
                <a:schemeClr val="dk1"/>
              </a:buClr>
              <a:buSzPts val="1400"/>
              <a:buFont typeface="Arial"/>
              <a:buNone/>
              <a:defRPr sz="2800">
                <a:solidFill>
                  <a:schemeClr val="dk1"/>
                </a:solidFill>
              </a:defRPr>
            </a:lvl4pPr>
            <a:lvl5pPr indent="0" lvl="4" rtl="0">
              <a:spcBef>
                <a:spcPts val="0"/>
              </a:spcBef>
              <a:spcAft>
                <a:spcPts val="0"/>
              </a:spcAft>
              <a:buClr>
                <a:schemeClr val="dk1"/>
              </a:buClr>
              <a:buSzPts val="1400"/>
              <a:buFont typeface="Arial"/>
              <a:buNone/>
              <a:defRPr sz="2800">
                <a:solidFill>
                  <a:schemeClr val="dk1"/>
                </a:solidFill>
              </a:defRPr>
            </a:lvl5pPr>
            <a:lvl6pPr indent="0" lvl="5" rtl="0">
              <a:spcBef>
                <a:spcPts val="0"/>
              </a:spcBef>
              <a:spcAft>
                <a:spcPts val="0"/>
              </a:spcAft>
              <a:buClr>
                <a:schemeClr val="dk1"/>
              </a:buClr>
              <a:buSzPts val="1400"/>
              <a:buFont typeface="Arial"/>
              <a:buNone/>
              <a:defRPr sz="2800">
                <a:solidFill>
                  <a:schemeClr val="dk1"/>
                </a:solidFill>
              </a:defRPr>
            </a:lvl6pPr>
            <a:lvl7pPr indent="0" lvl="6" rtl="0">
              <a:spcBef>
                <a:spcPts val="0"/>
              </a:spcBef>
              <a:spcAft>
                <a:spcPts val="0"/>
              </a:spcAft>
              <a:buClr>
                <a:schemeClr val="dk1"/>
              </a:buClr>
              <a:buSzPts val="1400"/>
              <a:buFont typeface="Arial"/>
              <a:buNone/>
              <a:defRPr sz="2800">
                <a:solidFill>
                  <a:schemeClr val="dk1"/>
                </a:solidFill>
              </a:defRPr>
            </a:lvl7pPr>
            <a:lvl8pPr indent="0" lvl="7" rtl="0">
              <a:spcBef>
                <a:spcPts val="0"/>
              </a:spcBef>
              <a:spcAft>
                <a:spcPts val="0"/>
              </a:spcAft>
              <a:buClr>
                <a:schemeClr val="dk1"/>
              </a:buClr>
              <a:buSzPts val="1400"/>
              <a:buFont typeface="Arial"/>
              <a:buNone/>
              <a:defRPr sz="2800">
                <a:solidFill>
                  <a:schemeClr val="dk1"/>
                </a:solidFill>
              </a:defRPr>
            </a:lvl8pPr>
            <a:lvl9pPr indent="0" lvl="8" rtl="0">
              <a:spcBef>
                <a:spcPts val="0"/>
              </a:spcBef>
              <a:spcAft>
                <a:spcPts val="0"/>
              </a:spcAft>
              <a:buClr>
                <a:schemeClr val="dk1"/>
              </a:buClr>
              <a:buSzPts val="1400"/>
              <a:buFont typeface="Arial"/>
              <a:buNone/>
              <a:defRPr sz="2800">
                <a:solidFill>
                  <a:schemeClr val="dk1"/>
                </a:solidFill>
              </a:defRPr>
            </a:lvl9pPr>
          </a:lstStyle>
          <a:p/>
        </p:txBody>
      </p:sp>
      <p:sp>
        <p:nvSpPr>
          <p:cNvPr id="162" name="Google Shape;162;p33"/>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63" name="Shape 163"/>
        <p:cNvGrpSpPr/>
        <p:nvPr/>
      </p:nvGrpSpPr>
      <p:grpSpPr>
        <a:xfrm>
          <a:off x="0" y="0"/>
          <a:ext cx="0" cy="0"/>
          <a:chOff x="0" y="0"/>
          <a:chExt cx="0" cy="0"/>
        </a:xfrm>
      </p:grpSpPr>
      <p:sp>
        <p:nvSpPr>
          <p:cNvPr id="164" name="Google Shape;164;p3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Arial"/>
              <a:buNone/>
              <a:defRPr b="0" i="0" sz="2400" u="none" cap="none" strike="noStrike">
                <a:solidFill>
                  <a:schemeClr val="dk1"/>
                </a:solidFill>
                <a:latin typeface="Arial"/>
                <a:ea typeface="Arial"/>
                <a:cs typeface="Arial"/>
                <a:sym typeface="Arial"/>
              </a:defRPr>
            </a:lvl1pPr>
            <a:lvl2pPr indent="0" lvl="1" rtl="0">
              <a:spcBef>
                <a:spcPts val="0"/>
              </a:spcBef>
              <a:spcAft>
                <a:spcPts val="0"/>
              </a:spcAft>
              <a:buClr>
                <a:schemeClr val="dk1"/>
              </a:buClr>
              <a:buSzPts val="1400"/>
              <a:buFont typeface="Arial"/>
              <a:buNone/>
              <a:defRPr sz="2400">
                <a:solidFill>
                  <a:schemeClr val="dk1"/>
                </a:solidFill>
              </a:defRPr>
            </a:lvl2pPr>
            <a:lvl3pPr indent="0" lvl="2" rtl="0">
              <a:spcBef>
                <a:spcPts val="0"/>
              </a:spcBef>
              <a:spcAft>
                <a:spcPts val="0"/>
              </a:spcAft>
              <a:buClr>
                <a:schemeClr val="dk1"/>
              </a:buClr>
              <a:buSzPts val="1400"/>
              <a:buFont typeface="Arial"/>
              <a:buNone/>
              <a:defRPr sz="2400">
                <a:solidFill>
                  <a:schemeClr val="dk1"/>
                </a:solidFill>
              </a:defRPr>
            </a:lvl3pPr>
            <a:lvl4pPr indent="0" lvl="3" rtl="0">
              <a:spcBef>
                <a:spcPts val="0"/>
              </a:spcBef>
              <a:spcAft>
                <a:spcPts val="0"/>
              </a:spcAft>
              <a:buClr>
                <a:schemeClr val="dk1"/>
              </a:buClr>
              <a:buSzPts val="1400"/>
              <a:buFont typeface="Arial"/>
              <a:buNone/>
              <a:defRPr sz="2400">
                <a:solidFill>
                  <a:schemeClr val="dk1"/>
                </a:solidFill>
              </a:defRPr>
            </a:lvl4pPr>
            <a:lvl5pPr indent="0" lvl="4" rtl="0">
              <a:spcBef>
                <a:spcPts val="0"/>
              </a:spcBef>
              <a:spcAft>
                <a:spcPts val="0"/>
              </a:spcAft>
              <a:buClr>
                <a:schemeClr val="dk1"/>
              </a:buClr>
              <a:buSzPts val="1400"/>
              <a:buFont typeface="Arial"/>
              <a:buNone/>
              <a:defRPr sz="2400">
                <a:solidFill>
                  <a:schemeClr val="dk1"/>
                </a:solidFill>
              </a:defRPr>
            </a:lvl5pPr>
            <a:lvl6pPr indent="0" lvl="5" rtl="0">
              <a:spcBef>
                <a:spcPts val="0"/>
              </a:spcBef>
              <a:spcAft>
                <a:spcPts val="0"/>
              </a:spcAft>
              <a:buClr>
                <a:schemeClr val="dk1"/>
              </a:buClr>
              <a:buSzPts val="1400"/>
              <a:buFont typeface="Arial"/>
              <a:buNone/>
              <a:defRPr sz="2400">
                <a:solidFill>
                  <a:schemeClr val="dk1"/>
                </a:solidFill>
              </a:defRPr>
            </a:lvl6pPr>
            <a:lvl7pPr indent="0" lvl="6" rtl="0">
              <a:spcBef>
                <a:spcPts val="0"/>
              </a:spcBef>
              <a:spcAft>
                <a:spcPts val="0"/>
              </a:spcAft>
              <a:buClr>
                <a:schemeClr val="dk1"/>
              </a:buClr>
              <a:buSzPts val="1400"/>
              <a:buFont typeface="Arial"/>
              <a:buNone/>
              <a:defRPr sz="2400">
                <a:solidFill>
                  <a:schemeClr val="dk1"/>
                </a:solidFill>
              </a:defRPr>
            </a:lvl7pPr>
            <a:lvl8pPr indent="0" lvl="7" rtl="0">
              <a:spcBef>
                <a:spcPts val="0"/>
              </a:spcBef>
              <a:spcAft>
                <a:spcPts val="0"/>
              </a:spcAft>
              <a:buClr>
                <a:schemeClr val="dk1"/>
              </a:buClr>
              <a:buSzPts val="1400"/>
              <a:buFont typeface="Arial"/>
              <a:buNone/>
              <a:defRPr sz="2400">
                <a:solidFill>
                  <a:schemeClr val="dk1"/>
                </a:solidFill>
              </a:defRPr>
            </a:lvl8pPr>
            <a:lvl9pPr indent="0" lvl="8" rtl="0">
              <a:spcBef>
                <a:spcPts val="0"/>
              </a:spcBef>
              <a:spcAft>
                <a:spcPts val="0"/>
              </a:spcAft>
              <a:buClr>
                <a:schemeClr val="dk1"/>
              </a:buClr>
              <a:buSzPts val="1400"/>
              <a:buFont typeface="Arial"/>
              <a:buNone/>
              <a:defRPr sz="2400">
                <a:solidFill>
                  <a:schemeClr val="dk1"/>
                </a:solidFill>
              </a:defRPr>
            </a:lvl9pPr>
          </a:lstStyle>
          <a:p/>
        </p:txBody>
      </p:sp>
      <p:sp>
        <p:nvSpPr>
          <p:cNvPr id="165" name="Google Shape;165;p3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1pPr>
            <a:lvl2pPr indent="-228600" lvl="1" marL="9144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2pPr>
            <a:lvl3pPr indent="-228600" lvl="2" marL="13716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3pPr>
            <a:lvl4pPr indent="-228600" lvl="3" marL="18288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4pPr>
            <a:lvl5pPr indent="-228600" lvl="4" marL="22860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5pPr>
            <a:lvl6pPr indent="-228600" lvl="5" marL="27432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6pPr>
            <a:lvl7pPr indent="-228600" lvl="6" marL="32004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7pPr>
            <a:lvl8pPr indent="-228600" lvl="7" marL="3657600" marR="0" rtl="0" algn="l">
              <a:lnSpc>
                <a:spcPct val="115000"/>
              </a:lnSpc>
              <a:spcBef>
                <a:spcPts val="1600"/>
              </a:spcBef>
              <a:spcAft>
                <a:spcPts val="0"/>
              </a:spcAft>
              <a:buClr>
                <a:schemeClr val="dk2"/>
              </a:buClr>
              <a:buSzPts val="1400"/>
              <a:buFont typeface="Arial"/>
              <a:buNone/>
              <a:defRPr b="0" i="0" sz="1200" u="none" cap="none" strike="noStrike">
                <a:solidFill>
                  <a:schemeClr val="dk2"/>
                </a:solidFill>
                <a:latin typeface="Arial"/>
                <a:ea typeface="Arial"/>
                <a:cs typeface="Arial"/>
                <a:sym typeface="Arial"/>
              </a:defRPr>
            </a:lvl8pPr>
            <a:lvl9pPr indent="-228600" lvl="8" marL="4114800" marR="0" rtl="0" algn="l">
              <a:lnSpc>
                <a:spcPct val="115000"/>
              </a:lnSpc>
              <a:spcBef>
                <a:spcPts val="1600"/>
              </a:spcBef>
              <a:spcAft>
                <a:spcPts val="1600"/>
              </a:spcAft>
              <a:buClr>
                <a:schemeClr val="dk2"/>
              </a:buClr>
              <a:buSzPts val="1400"/>
              <a:buFont typeface="Arial"/>
              <a:buNone/>
              <a:defRPr b="0" i="0" sz="1200" u="none" cap="none" strike="noStrike">
                <a:solidFill>
                  <a:schemeClr val="dk2"/>
                </a:solidFill>
                <a:latin typeface="Arial"/>
                <a:ea typeface="Arial"/>
                <a:cs typeface="Arial"/>
                <a:sym typeface="Arial"/>
              </a:defRPr>
            </a:lvl9pPr>
          </a:lstStyle>
          <a:p/>
        </p:txBody>
      </p:sp>
      <p:sp>
        <p:nvSpPr>
          <p:cNvPr id="166" name="Google Shape;166;p34"/>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167" name="Shape 167"/>
        <p:cNvGrpSpPr/>
        <p:nvPr/>
      </p:nvGrpSpPr>
      <p:grpSpPr>
        <a:xfrm>
          <a:off x="0" y="0"/>
          <a:ext cx="0" cy="0"/>
          <a:chOff x="0" y="0"/>
          <a:chExt cx="0" cy="0"/>
        </a:xfrm>
      </p:grpSpPr>
      <p:sp>
        <p:nvSpPr>
          <p:cNvPr id="168" name="Google Shape;168;p3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marR="0" rtl="0" algn="l">
              <a:lnSpc>
                <a:spcPct val="100000"/>
              </a:lnSpc>
              <a:spcBef>
                <a:spcPts val="0"/>
              </a:spcBef>
              <a:spcAft>
                <a:spcPts val="0"/>
              </a:spcAft>
              <a:buClr>
                <a:schemeClr val="dk2"/>
              </a:buClr>
              <a:buSzPts val="1400"/>
              <a:buFont typeface="Arial"/>
              <a:buNone/>
              <a:defRPr b="0" i="0" sz="1800" u="none" cap="none" strike="noStrike">
                <a:solidFill>
                  <a:schemeClr val="dk2"/>
                </a:solidFill>
                <a:latin typeface="Arial"/>
                <a:ea typeface="Arial"/>
                <a:cs typeface="Arial"/>
                <a:sym typeface="Arial"/>
              </a:defRPr>
            </a:lvl1pPr>
            <a:lvl2pPr indent="-228600" lvl="1" marL="914400" marR="0" rtl="0" algn="l">
              <a:lnSpc>
                <a:spcPct val="115000"/>
              </a:lnSpc>
              <a:spcBef>
                <a:spcPts val="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2pPr>
            <a:lvl3pPr indent="-228600" lvl="2" marL="13716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3pPr>
            <a:lvl4pPr indent="-228600" lvl="3" marL="18288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4pPr>
            <a:lvl5pPr indent="-228600" lvl="4" marL="22860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5pPr>
            <a:lvl6pPr indent="-228600" lvl="5" marL="27432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6pPr>
            <a:lvl7pPr indent="-228600" lvl="6" marL="32004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7pPr>
            <a:lvl8pPr indent="-228600" lvl="7" marL="36576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8pPr>
            <a:lvl9pPr indent="-228600" lvl="8" marL="4114800" marR="0" rtl="0" algn="l">
              <a:lnSpc>
                <a:spcPct val="115000"/>
              </a:lnSpc>
              <a:spcBef>
                <a:spcPts val="1600"/>
              </a:spcBef>
              <a:spcAft>
                <a:spcPts val="1600"/>
              </a:spcAft>
              <a:buClr>
                <a:schemeClr val="dk2"/>
              </a:buClr>
              <a:buSzPts val="1400"/>
              <a:buFont typeface="Arial"/>
              <a:buNone/>
              <a:defRPr b="0" i="0" sz="1400" u="none" cap="none" strike="noStrike">
                <a:solidFill>
                  <a:schemeClr val="dk2"/>
                </a:solidFill>
                <a:latin typeface="Arial"/>
                <a:ea typeface="Arial"/>
                <a:cs typeface="Arial"/>
                <a:sym typeface="Arial"/>
              </a:defRPr>
            </a:lvl9pPr>
          </a:lstStyle>
          <a:p/>
        </p:txBody>
      </p:sp>
      <p:sp>
        <p:nvSpPr>
          <p:cNvPr id="169" name="Google Shape;169;p35"/>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170" name="Shape 170"/>
        <p:cNvGrpSpPr/>
        <p:nvPr/>
      </p:nvGrpSpPr>
      <p:grpSpPr>
        <a:xfrm>
          <a:off x="0" y="0"/>
          <a:ext cx="0" cy="0"/>
          <a:chOff x="0" y="0"/>
          <a:chExt cx="0" cy="0"/>
        </a:xfrm>
      </p:grpSpPr>
      <p:sp>
        <p:nvSpPr>
          <p:cNvPr id="171" name="Google Shape;171;p36"/>
          <p:cNvSpPr txBox="1"/>
          <p:nvPr>
            <p:ph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indent="0" lvl="0" marL="0" marR="0" rtl="0" algn="ctr">
              <a:lnSpc>
                <a:spcPct val="100000"/>
              </a:lnSpc>
              <a:spcBef>
                <a:spcPts val="0"/>
              </a:spcBef>
              <a:spcAft>
                <a:spcPts val="0"/>
              </a:spcAft>
              <a:buClr>
                <a:schemeClr val="dk1"/>
              </a:buClr>
              <a:buSzPts val="1400"/>
              <a:buFont typeface="Arial"/>
              <a:buNone/>
              <a:defRPr b="0" i="0" sz="12000" u="none" cap="none" strike="noStrike">
                <a:solidFill>
                  <a:schemeClr val="dk1"/>
                </a:solidFill>
                <a:latin typeface="Arial"/>
                <a:ea typeface="Arial"/>
                <a:cs typeface="Arial"/>
                <a:sym typeface="Arial"/>
              </a:defRPr>
            </a:lvl1pPr>
            <a:lvl2pPr indent="0" lvl="1" rtl="0" algn="ctr">
              <a:spcBef>
                <a:spcPts val="0"/>
              </a:spcBef>
              <a:spcAft>
                <a:spcPts val="0"/>
              </a:spcAft>
              <a:buClr>
                <a:schemeClr val="dk1"/>
              </a:buClr>
              <a:buSzPts val="1400"/>
              <a:buFont typeface="Arial"/>
              <a:buNone/>
              <a:defRPr sz="12000">
                <a:solidFill>
                  <a:schemeClr val="dk1"/>
                </a:solidFill>
              </a:defRPr>
            </a:lvl2pPr>
            <a:lvl3pPr indent="0" lvl="2" rtl="0" algn="ctr">
              <a:spcBef>
                <a:spcPts val="0"/>
              </a:spcBef>
              <a:spcAft>
                <a:spcPts val="0"/>
              </a:spcAft>
              <a:buClr>
                <a:schemeClr val="dk1"/>
              </a:buClr>
              <a:buSzPts val="1400"/>
              <a:buFont typeface="Arial"/>
              <a:buNone/>
              <a:defRPr sz="12000">
                <a:solidFill>
                  <a:schemeClr val="dk1"/>
                </a:solidFill>
              </a:defRPr>
            </a:lvl3pPr>
            <a:lvl4pPr indent="0" lvl="3" rtl="0" algn="ctr">
              <a:spcBef>
                <a:spcPts val="0"/>
              </a:spcBef>
              <a:spcAft>
                <a:spcPts val="0"/>
              </a:spcAft>
              <a:buClr>
                <a:schemeClr val="dk1"/>
              </a:buClr>
              <a:buSzPts val="1400"/>
              <a:buFont typeface="Arial"/>
              <a:buNone/>
              <a:defRPr sz="12000">
                <a:solidFill>
                  <a:schemeClr val="dk1"/>
                </a:solidFill>
              </a:defRPr>
            </a:lvl4pPr>
            <a:lvl5pPr indent="0" lvl="4" rtl="0" algn="ctr">
              <a:spcBef>
                <a:spcPts val="0"/>
              </a:spcBef>
              <a:spcAft>
                <a:spcPts val="0"/>
              </a:spcAft>
              <a:buClr>
                <a:schemeClr val="dk1"/>
              </a:buClr>
              <a:buSzPts val="1400"/>
              <a:buFont typeface="Arial"/>
              <a:buNone/>
              <a:defRPr sz="12000">
                <a:solidFill>
                  <a:schemeClr val="dk1"/>
                </a:solidFill>
              </a:defRPr>
            </a:lvl5pPr>
            <a:lvl6pPr indent="0" lvl="5" rtl="0" algn="ctr">
              <a:spcBef>
                <a:spcPts val="0"/>
              </a:spcBef>
              <a:spcAft>
                <a:spcPts val="0"/>
              </a:spcAft>
              <a:buClr>
                <a:schemeClr val="dk1"/>
              </a:buClr>
              <a:buSzPts val="1400"/>
              <a:buFont typeface="Arial"/>
              <a:buNone/>
              <a:defRPr sz="12000">
                <a:solidFill>
                  <a:schemeClr val="dk1"/>
                </a:solidFill>
              </a:defRPr>
            </a:lvl6pPr>
            <a:lvl7pPr indent="0" lvl="6" rtl="0" algn="ctr">
              <a:spcBef>
                <a:spcPts val="0"/>
              </a:spcBef>
              <a:spcAft>
                <a:spcPts val="0"/>
              </a:spcAft>
              <a:buClr>
                <a:schemeClr val="dk1"/>
              </a:buClr>
              <a:buSzPts val="1400"/>
              <a:buFont typeface="Arial"/>
              <a:buNone/>
              <a:defRPr sz="12000">
                <a:solidFill>
                  <a:schemeClr val="dk1"/>
                </a:solidFill>
              </a:defRPr>
            </a:lvl7pPr>
            <a:lvl8pPr indent="0" lvl="7" rtl="0" algn="ctr">
              <a:spcBef>
                <a:spcPts val="0"/>
              </a:spcBef>
              <a:spcAft>
                <a:spcPts val="0"/>
              </a:spcAft>
              <a:buClr>
                <a:schemeClr val="dk1"/>
              </a:buClr>
              <a:buSzPts val="1400"/>
              <a:buFont typeface="Arial"/>
              <a:buNone/>
              <a:defRPr sz="12000">
                <a:solidFill>
                  <a:schemeClr val="dk1"/>
                </a:solidFill>
              </a:defRPr>
            </a:lvl8pPr>
            <a:lvl9pPr indent="0" lvl="8" rtl="0" algn="ctr">
              <a:spcBef>
                <a:spcPts val="0"/>
              </a:spcBef>
              <a:spcAft>
                <a:spcPts val="0"/>
              </a:spcAft>
              <a:buClr>
                <a:schemeClr val="dk1"/>
              </a:buClr>
              <a:buSzPts val="1400"/>
              <a:buFont typeface="Arial"/>
              <a:buNone/>
              <a:defRPr sz="12000">
                <a:solidFill>
                  <a:schemeClr val="dk1"/>
                </a:solidFill>
              </a:defRPr>
            </a:lvl9pPr>
          </a:lstStyle>
          <a:p/>
        </p:txBody>
      </p:sp>
      <p:sp>
        <p:nvSpPr>
          <p:cNvPr id="172" name="Google Shape;172;p3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228600" lvl="0" marL="457200" marR="0" rtl="0" algn="ctr">
              <a:lnSpc>
                <a:spcPct val="115000"/>
              </a:lnSpc>
              <a:spcBef>
                <a:spcPts val="0"/>
              </a:spcBef>
              <a:spcAft>
                <a:spcPts val="0"/>
              </a:spcAft>
              <a:buClr>
                <a:schemeClr val="dk2"/>
              </a:buClr>
              <a:buSzPts val="1400"/>
              <a:buFont typeface="Arial"/>
              <a:buNone/>
              <a:defRPr b="0" i="0" sz="1800" u="none" cap="none" strike="noStrike">
                <a:solidFill>
                  <a:schemeClr val="dk2"/>
                </a:solidFill>
                <a:latin typeface="Arial"/>
                <a:ea typeface="Arial"/>
                <a:cs typeface="Arial"/>
                <a:sym typeface="Arial"/>
              </a:defRPr>
            </a:lvl1pPr>
            <a:lvl2pPr indent="-228600" lvl="1" marL="914400" marR="0" rtl="0" algn="ctr">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2pPr>
            <a:lvl3pPr indent="-228600" lvl="2" marL="1371600" marR="0" rtl="0" algn="ctr">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3pPr>
            <a:lvl4pPr indent="-228600" lvl="3" marL="1828800" marR="0" rtl="0" algn="ctr">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4pPr>
            <a:lvl5pPr indent="-228600" lvl="4" marL="2286000" marR="0" rtl="0" algn="ctr">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5pPr>
            <a:lvl6pPr indent="-228600" lvl="5" marL="2743200" marR="0" rtl="0" algn="ctr">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6pPr>
            <a:lvl7pPr indent="-228600" lvl="6" marL="3200400" marR="0" rtl="0" algn="ctr">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7pPr>
            <a:lvl8pPr indent="-228600" lvl="7" marL="3657600" marR="0" rtl="0" algn="ctr">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8pPr>
            <a:lvl9pPr indent="-228600" lvl="8" marL="4114800" marR="0" rtl="0" algn="ctr">
              <a:lnSpc>
                <a:spcPct val="115000"/>
              </a:lnSpc>
              <a:spcBef>
                <a:spcPts val="1600"/>
              </a:spcBef>
              <a:spcAft>
                <a:spcPts val="1600"/>
              </a:spcAft>
              <a:buClr>
                <a:schemeClr val="dk2"/>
              </a:buClr>
              <a:buSzPts val="1400"/>
              <a:buFont typeface="Arial"/>
              <a:buNone/>
              <a:defRPr b="0" i="0" sz="1400" u="none" cap="none" strike="noStrike">
                <a:solidFill>
                  <a:schemeClr val="dk2"/>
                </a:solidFill>
                <a:latin typeface="Arial"/>
                <a:ea typeface="Arial"/>
                <a:cs typeface="Arial"/>
                <a:sym typeface="Arial"/>
              </a:defRPr>
            </a:lvl9pPr>
          </a:lstStyle>
          <a:p/>
        </p:txBody>
      </p:sp>
      <p:sp>
        <p:nvSpPr>
          <p:cNvPr id="173" name="Google Shape;173;p36"/>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4" name="Shape 174"/>
        <p:cNvGrpSpPr/>
        <p:nvPr/>
      </p:nvGrpSpPr>
      <p:grpSpPr>
        <a:xfrm>
          <a:off x="0" y="0"/>
          <a:ext cx="0" cy="0"/>
          <a:chOff x="0" y="0"/>
          <a:chExt cx="0" cy="0"/>
        </a:xfrm>
      </p:grpSpPr>
      <p:sp>
        <p:nvSpPr>
          <p:cNvPr id="175" name="Google Shape;175;p37"/>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33.xml"/><Relationship Id="rId10" Type="http://schemas.openxmlformats.org/officeDocument/2006/relationships/slideLayout" Target="../slideLayouts/slideLayout32.xml"/><Relationship Id="rId13" Type="http://schemas.openxmlformats.org/officeDocument/2006/relationships/theme" Target="../theme/theme2.xml"/><Relationship Id="rId12" Type="http://schemas.openxmlformats.org/officeDocument/2006/relationships/slideLayout" Target="../slideLayouts/slideLayout34.xml"/><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05979"/>
            <a:ext cx="8229600" cy="857250"/>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indent="0" lvl="1">
              <a:spcBef>
                <a:spcPts val="0"/>
              </a:spcBef>
              <a:spcAft>
                <a:spcPts val="0"/>
              </a:spcAft>
              <a:buSzPts val="1400"/>
              <a:buNone/>
              <a:defRPr sz="1800"/>
            </a:lvl2pPr>
            <a:lvl3pPr indent="0" lvl="2">
              <a:spcBef>
                <a:spcPts val="0"/>
              </a:spcBef>
              <a:spcAft>
                <a:spcPts val="0"/>
              </a:spcAft>
              <a:buSzPts val="1400"/>
              <a:buNone/>
              <a:defRPr sz="1800"/>
            </a:lvl3pPr>
            <a:lvl4pPr indent="0" lvl="3">
              <a:spcBef>
                <a:spcPts val="0"/>
              </a:spcBef>
              <a:spcAft>
                <a:spcPts val="0"/>
              </a:spcAft>
              <a:buSzPts val="1400"/>
              <a:buNone/>
              <a:defRPr sz="1800"/>
            </a:lvl4pPr>
            <a:lvl5pPr indent="0" lvl="4">
              <a:spcBef>
                <a:spcPts val="0"/>
              </a:spcBef>
              <a:spcAft>
                <a:spcPts val="0"/>
              </a:spcAft>
              <a:buSzPts val="1400"/>
              <a:buNone/>
              <a:defRPr sz="1800"/>
            </a:lvl5pPr>
            <a:lvl6pPr indent="0" lvl="5">
              <a:spcBef>
                <a:spcPts val="0"/>
              </a:spcBef>
              <a:spcAft>
                <a:spcPts val="0"/>
              </a:spcAft>
              <a:buSzPts val="1400"/>
              <a:buNone/>
              <a:defRPr sz="1800"/>
            </a:lvl6pPr>
            <a:lvl7pPr indent="0" lvl="6">
              <a:spcBef>
                <a:spcPts val="0"/>
              </a:spcBef>
              <a:spcAft>
                <a:spcPts val="0"/>
              </a:spcAft>
              <a:buSzPts val="1400"/>
              <a:buNone/>
              <a:defRPr sz="1800"/>
            </a:lvl7pPr>
            <a:lvl8pPr indent="0" lvl="7">
              <a:spcBef>
                <a:spcPts val="0"/>
              </a:spcBef>
              <a:spcAft>
                <a:spcPts val="0"/>
              </a:spcAft>
              <a:buSzPts val="1400"/>
              <a:buNone/>
              <a:defRPr sz="1800"/>
            </a:lvl8pPr>
            <a:lvl9pPr indent="0" lvl="8">
              <a:spcBef>
                <a:spcPts val="0"/>
              </a:spcBef>
              <a:spcAft>
                <a:spcPts val="0"/>
              </a:spcAft>
              <a:buSzPts val="1400"/>
              <a:buNone/>
              <a:defRPr sz="1800"/>
            </a:lvl9pPr>
          </a:lstStyle>
          <a:p/>
        </p:txBody>
      </p:sp>
      <p:sp>
        <p:nvSpPr>
          <p:cNvPr id="52" name="Google Shape;52;p13"/>
          <p:cNvSpPr txBox="1"/>
          <p:nvPr>
            <p:ph idx="1" type="body"/>
          </p:nvPr>
        </p:nvSpPr>
        <p:spPr>
          <a:xfrm>
            <a:off x="457200" y="1200151"/>
            <a:ext cx="8229600" cy="3394472"/>
          </a:xfrm>
          <a:prstGeom prst="rect">
            <a:avLst/>
          </a:prstGeom>
          <a:noFill/>
          <a:ln>
            <a:noFill/>
          </a:ln>
        </p:spPr>
        <p:txBody>
          <a:bodyPr anchorCtr="0" anchor="t" bIns="91425" lIns="91425" spcFirstLastPara="1" rIns="91425" wrap="square" tIns="91425">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4767263"/>
            <a:ext cx="2133600" cy="273844"/>
          </a:xfrm>
          <a:prstGeom prst="rect">
            <a:avLst/>
          </a:prstGeom>
          <a:noFill/>
          <a:ln>
            <a:noFill/>
          </a:ln>
        </p:spPr>
        <p:txBody>
          <a:bodyPr anchorCtr="0" anchor="ctr" bIns="91425" lIns="91425" spcFirstLastPara="1" rIns="91425" wrap="square" tIns="91425">
            <a:noAutofit/>
          </a:bodyPr>
          <a:lstStyle>
            <a:lvl1pPr indent="0" lvl="0" mar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4767263"/>
            <a:ext cx="2895600" cy="273844"/>
          </a:xfrm>
          <a:prstGeom prst="rect">
            <a:avLst/>
          </a:prstGeom>
          <a:noFill/>
          <a:ln>
            <a:noFill/>
          </a:ln>
        </p:spPr>
        <p:txBody>
          <a:bodyPr anchorCtr="0" anchor="ctr" bIns="91425" lIns="91425" spcFirstLastPara="1" rIns="91425" wrap="square" tIns="91425">
            <a:noAutofit/>
          </a:bodyPr>
          <a:lstStyle>
            <a:lvl1pPr indent="0" lvl="0" mar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indent="0" lvl="1"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indent="0" lvl="2" marL="914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indent="0" lvl="3" marL="1371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indent="0" lvl="4" marL="18288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indent="0" lvl="5" marL="22860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indent="0" lvl="6" marL="2743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indent="0" lvl="7" marL="32004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indent="0" lvl="8" marL="36576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4767263"/>
            <a:ext cx="21336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indent="0" lvl="0" marL="0" marR="0" rtl="0" algn="l">
              <a:lnSpc>
                <a:spcPct val="100000"/>
              </a:lnSpc>
              <a:spcBef>
                <a:spcPts val="0"/>
              </a:spcBef>
              <a:spcAft>
                <a:spcPts val="0"/>
              </a:spcAft>
              <a:buClr>
                <a:schemeClr val="dk1"/>
              </a:buClr>
              <a:buSzPts val="1400"/>
              <a:buFont typeface="Arial"/>
              <a:buNone/>
              <a:defRPr b="0" i="0" sz="2800" u="none" cap="none" strike="noStrike">
                <a:solidFill>
                  <a:schemeClr val="dk1"/>
                </a:solidFill>
                <a:latin typeface="Arial"/>
                <a:ea typeface="Arial"/>
                <a:cs typeface="Arial"/>
                <a:sym typeface="Arial"/>
              </a:defRPr>
            </a:lvl1pPr>
            <a:lvl2pPr indent="0" lvl="1" rtl="0">
              <a:spcBef>
                <a:spcPts val="0"/>
              </a:spcBef>
              <a:spcAft>
                <a:spcPts val="0"/>
              </a:spcAft>
              <a:buClr>
                <a:schemeClr val="dk1"/>
              </a:buClr>
              <a:buSzPts val="1400"/>
              <a:buFont typeface="Arial"/>
              <a:buNone/>
              <a:defRPr sz="2800">
                <a:solidFill>
                  <a:schemeClr val="dk1"/>
                </a:solidFill>
              </a:defRPr>
            </a:lvl2pPr>
            <a:lvl3pPr indent="0" lvl="2" rtl="0">
              <a:spcBef>
                <a:spcPts val="0"/>
              </a:spcBef>
              <a:spcAft>
                <a:spcPts val="0"/>
              </a:spcAft>
              <a:buClr>
                <a:schemeClr val="dk1"/>
              </a:buClr>
              <a:buSzPts val="1400"/>
              <a:buFont typeface="Arial"/>
              <a:buNone/>
              <a:defRPr sz="2800">
                <a:solidFill>
                  <a:schemeClr val="dk1"/>
                </a:solidFill>
              </a:defRPr>
            </a:lvl3pPr>
            <a:lvl4pPr indent="0" lvl="3" rtl="0">
              <a:spcBef>
                <a:spcPts val="0"/>
              </a:spcBef>
              <a:spcAft>
                <a:spcPts val="0"/>
              </a:spcAft>
              <a:buClr>
                <a:schemeClr val="dk1"/>
              </a:buClr>
              <a:buSzPts val="1400"/>
              <a:buFont typeface="Arial"/>
              <a:buNone/>
              <a:defRPr sz="2800">
                <a:solidFill>
                  <a:schemeClr val="dk1"/>
                </a:solidFill>
              </a:defRPr>
            </a:lvl4pPr>
            <a:lvl5pPr indent="0" lvl="4" rtl="0">
              <a:spcBef>
                <a:spcPts val="0"/>
              </a:spcBef>
              <a:spcAft>
                <a:spcPts val="0"/>
              </a:spcAft>
              <a:buClr>
                <a:schemeClr val="dk1"/>
              </a:buClr>
              <a:buSzPts val="1400"/>
              <a:buFont typeface="Arial"/>
              <a:buNone/>
              <a:defRPr sz="2800">
                <a:solidFill>
                  <a:schemeClr val="dk1"/>
                </a:solidFill>
              </a:defRPr>
            </a:lvl5pPr>
            <a:lvl6pPr indent="0" lvl="5" rtl="0">
              <a:spcBef>
                <a:spcPts val="0"/>
              </a:spcBef>
              <a:spcAft>
                <a:spcPts val="0"/>
              </a:spcAft>
              <a:buClr>
                <a:schemeClr val="dk1"/>
              </a:buClr>
              <a:buSzPts val="1400"/>
              <a:buFont typeface="Arial"/>
              <a:buNone/>
              <a:defRPr sz="2800">
                <a:solidFill>
                  <a:schemeClr val="dk1"/>
                </a:solidFill>
              </a:defRPr>
            </a:lvl6pPr>
            <a:lvl7pPr indent="0" lvl="6" rtl="0">
              <a:spcBef>
                <a:spcPts val="0"/>
              </a:spcBef>
              <a:spcAft>
                <a:spcPts val="0"/>
              </a:spcAft>
              <a:buClr>
                <a:schemeClr val="dk1"/>
              </a:buClr>
              <a:buSzPts val="1400"/>
              <a:buFont typeface="Arial"/>
              <a:buNone/>
              <a:defRPr sz="2800">
                <a:solidFill>
                  <a:schemeClr val="dk1"/>
                </a:solidFill>
              </a:defRPr>
            </a:lvl7pPr>
            <a:lvl8pPr indent="0" lvl="7" rtl="0">
              <a:spcBef>
                <a:spcPts val="0"/>
              </a:spcBef>
              <a:spcAft>
                <a:spcPts val="0"/>
              </a:spcAft>
              <a:buClr>
                <a:schemeClr val="dk1"/>
              </a:buClr>
              <a:buSzPts val="1400"/>
              <a:buFont typeface="Arial"/>
              <a:buNone/>
              <a:defRPr sz="2800">
                <a:solidFill>
                  <a:schemeClr val="dk1"/>
                </a:solidFill>
              </a:defRPr>
            </a:lvl8pPr>
            <a:lvl9pPr indent="0" lvl="8" rtl="0">
              <a:spcBef>
                <a:spcPts val="0"/>
              </a:spcBef>
              <a:spcAft>
                <a:spcPts val="0"/>
              </a:spcAft>
              <a:buClr>
                <a:schemeClr val="dk1"/>
              </a:buClr>
              <a:buSzPts val="1400"/>
              <a:buFont typeface="Arial"/>
              <a:buNone/>
              <a:defRPr sz="2800">
                <a:solidFill>
                  <a:schemeClr val="dk1"/>
                </a:solidFill>
              </a:defRPr>
            </a:lvl9pPr>
          </a:lstStyle>
          <a:p/>
        </p:txBody>
      </p:sp>
      <p:sp>
        <p:nvSpPr>
          <p:cNvPr id="127" name="Google Shape;12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115000"/>
              </a:lnSpc>
              <a:spcBef>
                <a:spcPts val="0"/>
              </a:spcBef>
              <a:spcAft>
                <a:spcPts val="0"/>
              </a:spcAft>
              <a:buClr>
                <a:schemeClr val="dk2"/>
              </a:buClr>
              <a:buSzPts val="1400"/>
              <a:buFont typeface="Arial"/>
              <a:buNone/>
              <a:defRPr b="0" i="0" sz="1800" u="none" cap="none" strike="noStrike">
                <a:solidFill>
                  <a:schemeClr val="dk2"/>
                </a:solidFill>
                <a:latin typeface="Arial"/>
                <a:ea typeface="Arial"/>
                <a:cs typeface="Arial"/>
                <a:sym typeface="Arial"/>
              </a:defRPr>
            </a:lvl1pPr>
            <a:lvl2pPr indent="-228600" lvl="1" marL="9144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2pPr>
            <a:lvl3pPr indent="-228600" lvl="2" marL="13716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3pPr>
            <a:lvl4pPr indent="-228600" lvl="3" marL="18288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4pPr>
            <a:lvl5pPr indent="-228600" lvl="4" marL="22860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5pPr>
            <a:lvl6pPr indent="-228600" lvl="5" marL="27432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6pPr>
            <a:lvl7pPr indent="-228600" lvl="6" marL="32004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7pPr>
            <a:lvl8pPr indent="-228600" lvl="7" marL="36576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8pPr>
            <a:lvl9pPr indent="-228600" lvl="8" marL="4114800" marR="0" rtl="0" algn="l">
              <a:lnSpc>
                <a:spcPct val="115000"/>
              </a:lnSpc>
              <a:spcBef>
                <a:spcPts val="1600"/>
              </a:spcBef>
              <a:spcAft>
                <a:spcPts val="1600"/>
              </a:spcAft>
              <a:buClr>
                <a:schemeClr val="dk2"/>
              </a:buClr>
              <a:buSzPts val="1400"/>
              <a:buFont typeface="Arial"/>
              <a:buNone/>
              <a:defRPr b="0" i="0" sz="1400" u="none" cap="none" strike="noStrike">
                <a:solidFill>
                  <a:schemeClr val="dk2"/>
                </a:solidFill>
                <a:latin typeface="Arial"/>
                <a:ea typeface="Arial"/>
                <a:cs typeface="Arial"/>
                <a:sym typeface="Arial"/>
              </a:defRPr>
            </a:lvl9pPr>
          </a:lstStyle>
          <a:p/>
        </p:txBody>
      </p:sp>
      <p:sp>
        <p:nvSpPr>
          <p:cNvPr id="128" name="Google Shape;128;p25"/>
          <p:cNvSpPr txBox="1"/>
          <p:nvPr>
            <p:ph idx="12" type="sldNum"/>
          </p:nvPr>
        </p:nvSpPr>
        <p:spPr>
          <a:xfrm>
            <a:off x="8472457" y="4663216"/>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chemeClr val="dk2"/>
              </a:buClr>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9.png"/><Relationship Id="rId9" Type="http://schemas.openxmlformats.org/officeDocument/2006/relationships/image" Target="../media/image5.jpg"/><Relationship Id="rId5" Type="http://schemas.openxmlformats.org/officeDocument/2006/relationships/image" Target="../media/image3.jpg"/><Relationship Id="rId6" Type="http://schemas.openxmlformats.org/officeDocument/2006/relationships/image" Target="../media/image7.jpg"/><Relationship Id="rId7" Type="http://schemas.openxmlformats.org/officeDocument/2006/relationships/image" Target="../media/image8.png"/><Relationship Id="rId8"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6.jpg"/><Relationship Id="rId4"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4.png"/><Relationship Id="rId5" Type="http://schemas.openxmlformats.org/officeDocument/2006/relationships/image" Target="../media/image20.png"/><Relationship Id="rId6" Type="http://schemas.openxmlformats.org/officeDocument/2006/relationships/image" Target="../media/image17.png"/><Relationship Id="rId7" Type="http://schemas.openxmlformats.org/officeDocument/2006/relationships/image" Target="../media/image19.png"/><Relationship Id="rId8"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hyperlink" Target="https://dataverse.harvard.edu/dataverse/ssda_ucla" TargetMode="Externa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hyperlink" Target="http://doi.org/10.1371/journal.pcbi.1005097" TargetMode="External"/><Relationship Id="rId4" Type="http://schemas.openxmlformats.org/officeDocument/2006/relationships/hyperlink" Target="http://doi.org/10.1371/journal.pcbi.1005097" TargetMode="External"/><Relationship Id="rId5" Type="http://schemas.openxmlformats.org/officeDocument/2006/relationships/hyperlink" Target="http://doi.org/10.1126/science.aah6168" TargetMode="External"/><Relationship Id="rId6" Type="http://schemas.openxmlformats.org/officeDocument/2006/relationships/hyperlink" Target="http://doi.org/10.1126/science.aah6168"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2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30.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38"/>
          <p:cNvPicPr preferRelativeResize="0"/>
          <p:nvPr/>
        </p:nvPicPr>
        <p:blipFill rotWithShape="1">
          <a:blip r:embed="rId3">
            <a:alphaModFix/>
          </a:blip>
          <a:srcRect b="0" l="0" r="0" t="0"/>
          <a:stretch/>
        </p:blipFill>
        <p:spPr>
          <a:xfrm>
            <a:off x="1" y="0"/>
            <a:ext cx="9134474" cy="5128200"/>
          </a:xfrm>
          <a:prstGeom prst="rect">
            <a:avLst/>
          </a:prstGeom>
          <a:noFill/>
          <a:ln>
            <a:noFill/>
          </a:ln>
        </p:spPr>
      </p:pic>
      <p:pic>
        <p:nvPicPr>
          <p:cNvPr id="181" name="Google Shape;181;p38"/>
          <p:cNvPicPr preferRelativeResize="0"/>
          <p:nvPr/>
        </p:nvPicPr>
        <p:blipFill rotWithShape="1">
          <a:blip r:embed="rId4">
            <a:alphaModFix/>
          </a:blip>
          <a:srcRect b="0" l="0" r="0" t="0"/>
          <a:stretch/>
        </p:blipFill>
        <p:spPr>
          <a:xfrm>
            <a:off x="7956952" y="312817"/>
            <a:ext cx="673695" cy="311240"/>
          </a:xfrm>
          <a:prstGeom prst="rect">
            <a:avLst/>
          </a:prstGeom>
          <a:noFill/>
          <a:ln>
            <a:noFill/>
          </a:ln>
        </p:spPr>
      </p:pic>
      <p:sp>
        <p:nvSpPr>
          <p:cNvPr id="182" name="Google Shape;182;p38"/>
          <p:cNvSpPr txBox="1"/>
          <p:nvPr/>
        </p:nvSpPr>
        <p:spPr>
          <a:xfrm>
            <a:off x="683923" y="3107922"/>
            <a:ext cx="7951200" cy="6003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 sz="3600">
                <a:solidFill>
                  <a:schemeClr val="lt1"/>
                </a:solidFill>
                <a:latin typeface="Helvetica Neue"/>
                <a:ea typeface="Helvetica Neue"/>
                <a:cs typeface="Helvetica Neue"/>
                <a:sym typeface="Helvetica Neue"/>
              </a:rPr>
              <a:t>Library Data Archive</a:t>
            </a:r>
            <a:endParaRPr b="0" i="0" sz="3600" u="none" cap="none" strike="noStrike">
              <a:solidFill>
                <a:schemeClr val="lt1"/>
              </a:solidFill>
              <a:latin typeface="Helvetica Neue"/>
              <a:ea typeface="Helvetica Neue"/>
              <a:cs typeface="Helvetica Neue"/>
              <a:sym typeface="Helvetica Neue"/>
            </a:endParaRPr>
          </a:p>
        </p:txBody>
      </p:sp>
      <p:sp>
        <p:nvSpPr>
          <p:cNvPr id="183" name="Google Shape;183;p38"/>
          <p:cNvSpPr txBox="1"/>
          <p:nvPr/>
        </p:nvSpPr>
        <p:spPr>
          <a:xfrm>
            <a:off x="683923" y="4155337"/>
            <a:ext cx="3139500" cy="374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 sz="2000">
                <a:solidFill>
                  <a:schemeClr val="lt1"/>
                </a:solidFill>
                <a:latin typeface="Helvetica Neue Light"/>
                <a:ea typeface="Helvetica Neue Light"/>
                <a:cs typeface="Helvetica Neue Light"/>
                <a:sym typeface="Helvetica Neue Light"/>
              </a:rPr>
              <a:t>November</a:t>
            </a:r>
            <a:r>
              <a:rPr b="0" i="0" lang="en" sz="2000" u="none" cap="none" strike="noStrike">
                <a:solidFill>
                  <a:schemeClr val="lt1"/>
                </a:solidFill>
                <a:latin typeface="Helvetica Neue Light"/>
                <a:ea typeface="Helvetica Neue Light"/>
                <a:cs typeface="Helvetica Neue Light"/>
                <a:sym typeface="Helvetica Neue Light"/>
              </a:rPr>
              <a:t> </a:t>
            </a:r>
            <a:r>
              <a:rPr lang="en" sz="2000">
                <a:solidFill>
                  <a:schemeClr val="lt1"/>
                </a:solidFill>
                <a:latin typeface="Helvetica Neue Light"/>
                <a:ea typeface="Helvetica Neue Light"/>
                <a:cs typeface="Helvetica Neue Light"/>
                <a:sym typeface="Helvetica Neue Light"/>
              </a:rPr>
              <a:t>20, 2017</a:t>
            </a:r>
            <a:endParaRPr b="0" i="0" sz="1200" u="none" cap="none" strike="noStrike">
              <a:solidFill>
                <a:schemeClr val="lt1"/>
              </a:solidFill>
              <a:latin typeface="Helvetica Neue Light"/>
              <a:ea typeface="Helvetica Neue Light"/>
              <a:cs typeface="Helvetica Neue Light"/>
              <a:sym typeface="Helvetica Neue Light"/>
            </a:endParaRPr>
          </a:p>
        </p:txBody>
      </p:sp>
      <p:sp>
        <p:nvSpPr>
          <p:cNvPr id="184" name="Google Shape;184;p38"/>
          <p:cNvSpPr txBox="1"/>
          <p:nvPr/>
        </p:nvSpPr>
        <p:spPr>
          <a:xfrm>
            <a:off x="683925" y="3708225"/>
            <a:ext cx="6000900" cy="31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Helvetica Neue"/>
                <a:ea typeface="Helvetica Neue"/>
                <a:cs typeface="Helvetica Neue"/>
                <a:sym typeface="Helvetica Neue"/>
              </a:rPr>
              <a:t>Providing archive and data services since 1961</a:t>
            </a:r>
            <a:endParaRPr sz="2000">
              <a:solidFill>
                <a:schemeClr val="lt1"/>
              </a:solidFill>
              <a:latin typeface="Helvetica Neue"/>
              <a:ea typeface="Helvetica Neue"/>
              <a:cs typeface="Helvetica Neue"/>
              <a:sym typeface="Helvetica Neue"/>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id="189" name="Google Shape;189;p39"/>
          <p:cNvPicPr preferRelativeResize="0"/>
          <p:nvPr/>
        </p:nvPicPr>
        <p:blipFill>
          <a:blip r:embed="rId3">
            <a:alphaModFix/>
          </a:blip>
          <a:stretch>
            <a:fillRect/>
          </a:stretch>
        </p:blipFill>
        <p:spPr>
          <a:xfrm>
            <a:off x="161925" y="809625"/>
            <a:ext cx="1549975" cy="1549975"/>
          </a:xfrm>
          <a:prstGeom prst="rect">
            <a:avLst/>
          </a:prstGeom>
          <a:noFill/>
          <a:ln>
            <a:noFill/>
          </a:ln>
        </p:spPr>
      </p:pic>
      <p:pic>
        <p:nvPicPr>
          <p:cNvPr id="190" name="Google Shape;190;p39"/>
          <p:cNvPicPr preferRelativeResize="0"/>
          <p:nvPr/>
        </p:nvPicPr>
        <p:blipFill>
          <a:blip r:embed="rId4">
            <a:alphaModFix/>
          </a:blip>
          <a:stretch>
            <a:fillRect/>
          </a:stretch>
        </p:blipFill>
        <p:spPr>
          <a:xfrm>
            <a:off x="1854775" y="929750"/>
            <a:ext cx="1495425" cy="1490050"/>
          </a:xfrm>
          <a:prstGeom prst="rect">
            <a:avLst/>
          </a:prstGeom>
          <a:noFill/>
          <a:ln>
            <a:noFill/>
          </a:ln>
        </p:spPr>
      </p:pic>
      <p:pic>
        <p:nvPicPr>
          <p:cNvPr id="191" name="Google Shape;191;p39"/>
          <p:cNvPicPr preferRelativeResize="0"/>
          <p:nvPr/>
        </p:nvPicPr>
        <p:blipFill>
          <a:blip r:embed="rId5">
            <a:alphaModFix/>
          </a:blip>
          <a:stretch>
            <a:fillRect/>
          </a:stretch>
        </p:blipFill>
        <p:spPr>
          <a:xfrm>
            <a:off x="3697025" y="1076550"/>
            <a:ext cx="1549975" cy="1549976"/>
          </a:xfrm>
          <a:prstGeom prst="rect">
            <a:avLst/>
          </a:prstGeom>
          <a:noFill/>
          <a:ln>
            <a:noFill/>
          </a:ln>
        </p:spPr>
      </p:pic>
      <p:pic>
        <p:nvPicPr>
          <p:cNvPr id="192" name="Google Shape;192;p39"/>
          <p:cNvPicPr preferRelativeResize="0"/>
          <p:nvPr/>
        </p:nvPicPr>
        <p:blipFill>
          <a:blip r:embed="rId6">
            <a:alphaModFix/>
          </a:blip>
          <a:stretch>
            <a:fillRect/>
          </a:stretch>
        </p:blipFill>
        <p:spPr>
          <a:xfrm>
            <a:off x="161925" y="2550325"/>
            <a:ext cx="2857500" cy="952500"/>
          </a:xfrm>
          <a:prstGeom prst="rect">
            <a:avLst/>
          </a:prstGeom>
          <a:noFill/>
          <a:ln>
            <a:noFill/>
          </a:ln>
        </p:spPr>
      </p:pic>
      <p:pic>
        <p:nvPicPr>
          <p:cNvPr id="193" name="Google Shape;193;p39"/>
          <p:cNvPicPr preferRelativeResize="0"/>
          <p:nvPr/>
        </p:nvPicPr>
        <p:blipFill>
          <a:blip r:embed="rId7">
            <a:alphaModFix/>
          </a:blip>
          <a:stretch>
            <a:fillRect/>
          </a:stretch>
        </p:blipFill>
        <p:spPr>
          <a:xfrm>
            <a:off x="5593825" y="1171575"/>
            <a:ext cx="2857500" cy="657225"/>
          </a:xfrm>
          <a:prstGeom prst="rect">
            <a:avLst/>
          </a:prstGeom>
          <a:noFill/>
          <a:ln>
            <a:noFill/>
          </a:ln>
        </p:spPr>
      </p:pic>
      <p:pic>
        <p:nvPicPr>
          <p:cNvPr id="194" name="Google Shape;194;p39"/>
          <p:cNvPicPr preferRelativeResize="0"/>
          <p:nvPr/>
        </p:nvPicPr>
        <p:blipFill>
          <a:blip r:embed="rId8">
            <a:alphaModFix/>
          </a:blip>
          <a:stretch>
            <a:fillRect/>
          </a:stretch>
        </p:blipFill>
        <p:spPr>
          <a:xfrm>
            <a:off x="6050738" y="2269850"/>
            <a:ext cx="1943675" cy="1970650"/>
          </a:xfrm>
          <a:prstGeom prst="rect">
            <a:avLst/>
          </a:prstGeom>
          <a:noFill/>
          <a:ln>
            <a:noFill/>
          </a:ln>
        </p:spPr>
      </p:pic>
      <p:pic>
        <p:nvPicPr>
          <p:cNvPr id="195" name="Google Shape;195;p39"/>
          <p:cNvPicPr preferRelativeResize="0"/>
          <p:nvPr/>
        </p:nvPicPr>
        <p:blipFill>
          <a:blip r:embed="rId9">
            <a:alphaModFix/>
          </a:blip>
          <a:stretch>
            <a:fillRect/>
          </a:stretch>
        </p:blipFill>
        <p:spPr>
          <a:xfrm>
            <a:off x="3162300" y="2778925"/>
            <a:ext cx="1902400" cy="1902400"/>
          </a:xfrm>
          <a:prstGeom prst="rect">
            <a:avLst/>
          </a:prstGeom>
          <a:noFill/>
          <a:ln>
            <a:noFill/>
          </a:ln>
        </p:spPr>
      </p:pic>
      <p:sp>
        <p:nvSpPr>
          <p:cNvPr id="196" name="Google Shape;196;p39"/>
          <p:cNvSpPr txBox="1"/>
          <p:nvPr/>
        </p:nvSpPr>
        <p:spPr>
          <a:xfrm>
            <a:off x="1828800" y="283950"/>
            <a:ext cx="54864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What is a Data Archive? </a:t>
            </a:r>
            <a:endParaRPr sz="3000"/>
          </a:p>
        </p:txBody>
      </p:sp>
      <p:sp>
        <p:nvSpPr>
          <p:cNvPr id="197" name="Google Shape;197;p39"/>
          <p:cNvSpPr txBox="1"/>
          <p:nvPr/>
        </p:nvSpPr>
        <p:spPr>
          <a:xfrm>
            <a:off x="559375" y="3734025"/>
            <a:ext cx="19437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4800">
                <a:solidFill>
                  <a:srgbClr val="3284BF"/>
                </a:solidFill>
                <a:latin typeface="Proxima Nova"/>
                <a:ea typeface="Proxima Nova"/>
                <a:cs typeface="Proxima Nova"/>
                <a:sym typeface="Proxima Nova"/>
              </a:rPr>
              <a:t>SSDA</a:t>
            </a:r>
            <a:endParaRPr b="1" sz="4800">
              <a:solidFill>
                <a:srgbClr val="3284BF"/>
              </a:solidFill>
              <a:latin typeface="Proxima Nova"/>
              <a:ea typeface="Proxima Nova"/>
              <a:cs typeface="Proxima Nova"/>
              <a:sym typeface="Proxima Nov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0"/>
          <p:cNvSpPr txBox="1"/>
          <p:nvPr/>
        </p:nvSpPr>
        <p:spPr>
          <a:xfrm>
            <a:off x="1226125" y="569800"/>
            <a:ext cx="6677100" cy="64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t>What do data archives typically do? </a:t>
            </a:r>
            <a:endParaRPr sz="3000"/>
          </a:p>
        </p:txBody>
      </p:sp>
      <p:sp>
        <p:nvSpPr>
          <p:cNvPr id="203" name="Google Shape;203;p40"/>
          <p:cNvSpPr txBox="1"/>
          <p:nvPr/>
        </p:nvSpPr>
        <p:spPr>
          <a:xfrm>
            <a:off x="1168975" y="1397875"/>
            <a:ext cx="5467200" cy="2324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Data collection, management and preservation </a:t>
            </a:r>
            <a:endParaRPr sz="1800"/>
          </a:p>
          <a:p>
            <a:pPr indent="-342900" lvl="0" marL="457200" rtl="0" algn="l">
              <a:spcBef>
                <a:spcPts val="0"/>
              </a:spcBef>
              <a:spcAft>
                <a:spcPts val="0"/>
              </a:spcAft>
              <a:buSzPts val="1800"/>
              <a:buChar char="●"/>
            </a:pPr>
            <a:r>
              <a:rPr lang="en" sz="1800"/>
              <a:t>Research support through the data lifecycle</a:t>
            </a:r>
            <a:endParaRPr sz="1800"/>
          </a:p>
          <a:p>
            <a:pPr indent="-342900" lvl="0" marL="457200" rtl="0" algn="l">
              <a:spcBef>
                <a:spcPts val="0"/>
              </a:spcBef>
              <a:spcAft>
                <a:spcPts val="0"/>
              </a:spcAft>
              <a:buSzPts val="1800"/>
              <a:buChar char="●"/>
            </a:pPr>
            <a:r>
              <a:rPr lang="en" sz="1800"/>
              <a:t>Data and computing support </a:t>
            </a:r>
            <a:endParaRPr sz="1800"/>
          </a:p>
          <a:p>
            <a:pPr indent="-342900" lvl="0" marL="457200" rtl="0" algn="l">
              <a:spcBef>
                <a:spcPts val="0"/>
              </a:spcBef>
              <a:spcAft>
                <a:spcPts val="0"/>
              </a:spcAft>
              <a:buSzPts val="1800"/>
              <a:buChar char="●"/>
            </a:pPr>
            <a:r>
              <a:rPr lang="en" sz="1800"/>
              <a:t>Instruction on, tools, methods, data management and analysis</a:t>
            </a:r>
            <a:endParaRPr sz="1800"/>
          </a:p>
          <a:p>
            <a:pPr indent="-342900" lvl="0" marL="457200" rtl="0" algn="l">
              <a:spcBef>
                <a:spcPts val="0"/>
              </a:spcBef>
              <a:spcAft>
                <a:spcPts val="0"/>
              </a:spcAft>
              <a:buSzPts val="1800"/>
              <a:buChar char="●"/>
            </a:pPr>
            <a:r>
              <a:rPr lang="en" sz="1800"/>
              <a:t>Reflects empirical nature of social science research and the emergence of centralized computing and statistical computing</a:t>
            </a:r>
            <a:endParaRPr sz="1800"/>
          </a:p>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41"/>
          <p:cNvPicPr preferRelativeResize="0"/>
          <p:nvPr/>
        </p:nvPicPr>
        <p:blipFill rotWithShape="1">
          <a:blip r:embed="rId3">
            <a:alphaModFix/>
          </a:blip>
          <a:srcRect b="0" l="0" r="0" t="0"/>
          <a:stretch/>
        </p:blipFill>
        <p:spPr>
          <a:xfrm>
            <a:off x="1" y="0"/>
            <a:ext cx="9134475" cy="5128200"/>
          </a:xfrm>
          <a:prstGeom prst="rect">
            <a:avLst/>
          </a:prstGeom>
          <a:noFill/>
          <a:ln>
            <a:noFill/>
          </a:ln>
        </p:spPr>
      </p:pic>
      <p:pic>
        <p:nvPicPr>
          <p:cNvPr id="209" name="Google Shape;209;p41"/>
          <p:cNvPicPr preferRelativeResize="0"/>
          <p:nvPr/>
        </p:nvPicPr>
        <p:blipFill rotWithShape="1">
          <a:blip r:embed="rId4">
            <a:alphaModFix/>
          </a:blip>
          <a:srcRect b="0" l="0" r="0" t="0"/>
          <a:stretch/>
        </p:blipFill>
        <p:spPr>
          <a:xfrm>
            <a:off x="7956952" y="312817"/>
            <a:ext cx="673694" cy="311240"/>
          </a:xfrm>
          <a:prstGeom prst="rect">
            <a:avLst/>
          </a:prstGeom>
          <a:noFill/>
          <a:ln>
            <a:noFill/>
          </a:ln>
        </p:spPr>
      </p:pic>
      <p:sp>
        <p:nvSpPr>
          <p:cNvPr id="210" name="Google Shape;210;p41"/>
          <p:cNvSpPr txBox="1"/>
          <p:nvPr/>
        </p:nvSpPr>
        <p:spPr>
          <a:xfrm>
            <a:off x="683923" y="3355572"/>
            <a:ext cx="4593000" cy="6003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 sz="3600">
                <a:solidFill>
                  <a:schemeClr val="lt1"/>
                </a:solidFill>
                <a:latin typeface="Verdana"/>
                <a:ea typeface="Verdana"/>
                <a:cs typeface="Verdana"/>
                <a:sym typeface="Verdana"/>
              </a:rPr>
              <a:t>SSDA</a:t>
            </a:r>
            <a:endParaRPr sz="3600">
              <a:solidFill>
                <a:schemeClr val="lt1"/>
              </a:solidFill>
              <a:latin typeface="Verdana"/>
              <a:ea typeface="Verdana"/>
              <a:cs typeface="Verdana"/>
              <a:sym typeface="Verdana"/>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grpSp>
        <p:nvGrpSpPr>
          <p:cNvPr id="215" name="Google Shape;215;p42"/>
          <p:cNvGrpSpPr/>
          <p:nvPr/>
        </p:nvGrpSpPr>
        <p:grpSpPr>
          <a:xfrm>
            <a:off x="4501604" y="1864926"/>
            <a:ext cx="2480144" cy="1728853"/>
            <a:chOff x="4526679" y="1857800"/>
            <a:chExt cx="2480144" cy="1728853"/>
          </a:xfrm>
        </p:grpSpPr>
        <p:sp>
          <p:nvSpPr>
            <p:cNvPr id="216" name="Google Shape;216;p42"/>
            <p:cNvSpPr/>
            <p:nvPr/>
          </p:nvSpPr>
          <p:spPr>
            <a:xfrm>
              <a:off x="4659075" y="3079474"/>
              <a:ext cx="2148600" cy="133500"/>
            </a:xfrm>
            <a:prstGeom prst="rect">
              <a:avLst/>
            </a:prstGeom>
            <a:solidFill>
              <a:srgbClr val="0F9D5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7" name="Google Shape;217;p42"/>
            <p:cNvGrpSpPr/>
            <p:nvPr/>
          </p:nvGrpSpPr>
          <p:grpSpPr>
            <a:xfrm>
              <a:off x="4526679" y="1857800"/>
              <a:ext cx="2480144" cy="1728853"/>
              <a:chOff x="4526679" y="1857800"/>
              <a:chExt cx="2480144" cy="1728853"/>
            </a:xfrm>
          </p:grpSpPr>
          <p:grpSp>
            <p:nvGrpSpPr>
              <p:cNvPr id="218" name="Google Shape;218;p42"/>
              <p:cNvGrpSpPr/>
              <p:nvPr/>
            </p:nvGrpSpPr>
            <p:grpSpPr>
              <a:xfrm>
                <a:off x="4808316" y="2800065"/>
                <a:ext cx="92400" cy="411825"/>
                <a:chOff x="845575" y="2563700"/>
                <a:chExt cx="92400" cy="411825"/>
              </a:xfrm>
            </p:grpSpPr>
            <p:cxnSp>
              <p:nvCxnSpPr>
                <p:cNvPr id="219" name="Google Shape;219;p42"/>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220" name="Google Shape;220;p42"/>
                <p:cNvSpPr/>
                <p:nvPr/>
              </p:nvSpPr>
              <p:spPr>
                <a:xfrm>
                  <a:off x="845575"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1" name="Google Shape;221;p42"/>
              <p:cNvSpPr txBox="1"/>
              <p:nvPr/>
            </p:nvSpPr>
            <p:spPr>
              <a:xfrm>
                <a:off x="4526679" y="3215253"/>
                <a:ext cx="6927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SzPts val="1100"/>
                  <a:buNone/>
                </a:pPr>
                <a:r>
                  <a:rPr b="1" lang="en" sz="1200">
                    <a:latin typeface="Roboto"/>
                    <a:ea typeface="Roboto"/>
                    <a:cs typeface="Roboto"/>
                    <a:sym typeface="Roboto"/>
                  </a:rPr>
                  <a:t>2014</a:t>
                </a:r>
                <a:endParaRPr b="1" sz="1200">
                  <a:latin typeface="Roboto"/>
                  <a:ea typeface="Roboto"/>
                  <a:cs typeface="Roboto"/>
                  <a:sym typeface="Roboto"/>
                </a:endParaRPr>
              </a:p>
            </p:txBody>
          </p:sp>
          <p:sp>
            <p:nvSpPr>
              <p:cNvPr id="222" name="Google Shape;222;p42"/>
              <p:cNvSpPr txBox="1"/>
              <p:nvPr/>
            </p:nvSpPr>
            <p:spPr>
              <a:xfrm>
                <a:off x="4753223" y="1857800"/>
                <a:ext cx="2253600" cy="9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sz="800">
                    <a:solidFill>
                      <a:schemeClr val="dk1"/>
                    </a:solidFill>
                    <a:latin typeface="Roboto"/>
                    <a:ea typeface="Roboto"/>
                    <a:cs typeface="Roboto"/>
                    <a:sym typeface="Roboto"/>
                  </a:rPr>
                  <a:t>Joins the Library</a:t>
                </a:r>
                <a:endParaRPr b="1" sz="800">
                  <a:latin typeface="Roboto"/>
                  <a:ea typeface="Roboto"/>
                  <a:cs typeface="Roboto"/>
                  <a:sym typeface="Roboto"/>
                </a:endParaRPr>
              </a:p>
              <a:p>
                <a:pPr indent="0" lvl="0" marL="0" rtl="0" algn="l">
                  <a:spcBef>
                    <a:spcPts val="0"/>
                  </a:spcBef>
                  <a:spcAft>
                    <a:spcPts val="0"/>
                  </a:spcAft>
                  <a:buSzPts val="1100"/>
                  <a:buNone/>
                </a:pPr>
                <a:r>
                  <a:t/>
                </a:r>
                <a:endParaRPr b="1" sz="800">
                  <a:latin typeface="Roboto"/>
                  <a:ea typeface="Roboto"/>
                  <a:cs typeface="Roboto"/>
                  <a:sym typeface="Roboto"/>
                </a:endParaRPr>
              </a:p>
              <a:p>
                <a:pPr indent="0" lvl="0" marL="0" rtl="0" algn="l">
                  <a:spcBef>
                    <a:spcPts val="0"/>
                  </a:spcBef>
                  <a:spcAft>
                    <a:spcPts val="1600"/>
                  </a:spcAft>
                  <a:buSzPts val="1100"/>
                  <a:buNone/>
                </a:pPr>
                <a:r>
                  <a:rPr lang="en" sz="800">
                    <a:solidFill>
                      <a:srgbClr val="666666"/>
                    </a:solidFill>
                    <a:latin typeface="Roboto"/>
                    <a:ea typeface="Roboto"/>
                    <a:cs typeface="Roboto"/>
                    <a:sym typeface="Roboto"/>
                  </a:rPr>
                  <a:t>Brought into the library to continue and amplify the operations and services of the Data Archive within the Digital Initiatives and Information Technology (DIIT). </a:t>
                </a:r>
                <a:endParaRPr b="1" sz="800">
                  <a:latin typeface="Roboto"/>
                  <a:ea typeface="Roboto"/>
                  <a:cs typeface="Roboto"/>
                  <a:sym typeface="Roboto"/>
                </a:endParaRPr>
              </a:p>
            </p:txBody>
          </p:sp>
        </p:grpSp>
      </p:grpSp>
      <p:grpSp>
        <p:nvGrpSpPr>
          <p:cNvPr id="223" name="Google Shape;223;p42"/>
          <p:cNvGrpSpPr/>
          <p:nvPr/>
        </p:nvGrpSpPr>
        <p:grpSpPr>
          <a:xfrm>
            <a:off x="2512645" y="2709722"/>
            <a:ext cx="2501355" cy="1735654"/>
            <a:chOff x="2525595" y="2702596"/>
            <a:chExt cx="2501355" cy="1735654"/>
          </a:xfrm>
        </p:grpSpPr>
        <p:sp>
          <p:nvSpPr>
            <p:cNvPr id="224" name="Google Shape;224;p42"/>
            <p:cNvSpPr/>
            <p:nvPr/>
          </p:nvSpPr>
          <p:spPr>
            <a:xfrm>
              <a:off x="2890950" y="3079474"/>
              <a:ext cx="1695300" cy="133500"/>
            </a:xfrm>
            <a:prstGeom prst="rect">
              <a:avLst/>
            </a:prstGeom>
            <a:solidFill>
              <a:srgbClr val="57BB8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5" name="Google Shape;225;p42"/>
            <p:cNvGrpSpPr/>
            <p:nvPr/>
          </p:nvGrpSpPr>
          <p:grpSpPr>
            <a:xfrm>
              <a:off x="2525595" y="2702596"/>
              <a:ext cx="2501355" cy="1735654"/>
              <a:chOff x="2525595" y="2702596"/>
              <a:chExt cx="2501355" cy="1735654"/>
            </a:xfrm>
          </p:grpSpPr>
          <p:sp>
            <p:nvSpPr>
              <p:cNvPr id="226" name="Google Shape;226;p42"/>
              <p:cNvSpPr txBox="1"/>
              <p:nvPr/>
            </p:nvSpPr>
            <p:spPr>
              <a:xfrm>
                <a:off x="2525595" y="2702596"/>
                <a:ext cx="7458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SzPts val="1100"/>
                  <a:buNone/>
                </a:pPr>
                <a:r>
                  <a:rPr b="1" lang="en" sz="1200">
                    <a:latin typeface="Roboto"/>
                    <a:ea typeface="Roboto"/>
                    <a:cs typeface="Roboto"/>
                    <a:sym typeface="Roboto"/>
                  </a:rPr>
                  <a:t>1977</a:t>
                </a:r>
                <a:endParaRPr b="1" sz="1200">
                  <a:latin typeface="Roboto"/>
                  <a:ea typeface="Roboto"/>
                  <a:cs typeface="Roboto"/>
                  <a:sym typeface="Roboto"/>
                </a:endParaRPr>
              </a:p>
            </p:txBody>
          </p:sp>
          <p:grpSp>
            <p:nvGrpSpPr>
              <p:cNvPr id="227" name="Google Shape;227;p42"/>
              <p:cNvGrpSpPr/>
              <p:nvPr/>
            </p:nvGrpSpPr>
            <p:grpSpPr>
              <a:xfrm rot="10800000">
                <a:off x="2849073" y="3079467"/>
                <a:ext cx="92400" cy="411825"/>
                <a:chOff x="2070100" y="2563700"/>
                <a:chExt cx="92400" cy="411825"/>
              </a:xfrm>
            </p:grpSpPr>
            <p:cxnSp>
              <p:nvCxnSpPr>
                <p:cNvPr id="228" name="Google Shape;228;p42"/>
                <p:cNvCxnSpPr/>
                <p:nvPr/>
              </p:nvCxnSpPr>
              <p:spPr>
                <a:xfrm>
                  <a:off x="2116300" y="2616125"/>
                  <a:ext cx="0" cy="359400"/>
                </a:xfrm>
                <a:prstGeom prst="straightConnector1">
                  <a:avLst/>
                </a:prstGeom>
                <a:noFill/>
                <a:ln cap="flat" cmpd="sng" w="9525">
                  <a:solidFill>
                    <a:srgbClr val="000000"/>
                  </a:solidFill>
                  <a:prstDash val="solid"/>
                  <a:round/>
                  <a:headEnd len="sm" w="sm" type="none"/>
                  <a:tailEnd len="sm" w="sm" type="none"/>
                </a:ln>
              </p:spPr>
            </p:cxnSp>
            <p:sp>
              <p:nvSpPr>
                <p:cNvPr id="229" name="Google Shape;229;p42"/>
                <p:cNvSpPr/>
                <p:nvPr/>
              </p:nvSpPr>
              <p:spPr>
                <a:xfrm>
                  <a:off x="2070100"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0" name="Google Shape;230;p42"/>
              <p:cNvSpPr txBox="1"/>
              <p:nvPr/>
            </p:nvSpPr>
            <p:spPr>
              <a:xfrm>
                <a:off x="2773350" y="3494450"/>
                <a:ext cx="2253600" cy="9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sz="800">
                    <a:latin typeface="Roboto"/>
                    <a:ea typeface="Roboto"/>
                    <a:cs typeface="Roboto"/>
                    <a:sym typeface="Roboto"/>
                  </a:rPr>
                  <a:t>Social Science Data Archive</a:t>
                </a:r>
                <a:endParaRPr b="1" sz="800">
                  <a:latin typeface="Roboto"/>
                  <a:ea typeface="Roboto"/>
                  <a:cs typeface="Roboto"/>
                  <a:sym typeface="Roboto"/>
                </a:endParaRPr>
              </a:p>
              <a:p>
                <a:pPr indent="0" lvl="0" marL="0" rtl="0" algn="l">
                  <a:spcBef>
                    <a:spcPts val="0"/>
                  </a:spcBef>
                  <a:spcAft>
                    <a:spcPts val="1600"/>
                  </a:spcAft>
                  <a:buSzPts val="1100"/>
                  <a:buNone/>
                </a:pPr>
                <a:br>
                  <a:rPr lang="en" sz="800">
                    <a:solidFill>
                      <a:srgbClr val="666666"/>
                    </a:solidFill>
                    <a:latin typeface="Roboto"/>
                    <a:ea typeface="Roboto"/>
                    <a:cs typeface="Roboto"/>
                    <a:sym typeface="Roboto"/>
                  </a:rPr>
                </a:br>
                <a:r>
                  <a:rPr lang="en" sz="800">
                    <a:solidFill>
                      <a:srgbClr val="666666"/>
                    </a:solidFill>
                    <a:latin typeface="Roboto"/>
                    <a:ea typeface="Roboto"/>
                    <a:cs typeface="Roboto"/>
                    <a:sym typeface="Roboto"/>
                  </a:rPr>
                  <a:t>Joined the Institute for Social Science Research (ISSR) </a:t>
                </a:r>
                <a:endParaRPr b="1" sz="800">
                  <a:latin typeface="Roboto"/>
                  <a:ea typeface="Roboto"/>
                  <a:cs typeface="Roboto"/>
                  <a:sym typeface="Roboto"/>
                </a:endParaRPr>
              </a:p>
            </p:txBody>
          </p:sp>
        </p:grpSp>
      </p:grpSp>
      <p:grpSp>
        <p:nvGrpSpPr>
          <p:cNvPr id="231" name="Google Shape;231;p42"/>
          <p:cNvGrpSpPr/>
          <p:nvPr/>
        </p:nvGrpSpPr>
        <p:grpSpPr>
          <a:xfrm>
            <a:off x="483041" y="1864926"/>
            <a:ext cx="2580731" cy="1728863"/>
            <a:chOff x="495991" y="1857800"/>
            <a:chExt cx="2580731" cy="1728863"/>
          </a:xfrm>
        </p:grpSpPr>
        <p:sp>
          <p:nvSpPr>
            <p:cNvPr id="232" name="Google Shape;232;p42"/>
            <p:cNvSpPr/>
            <p:nvPr/>
          </p:nvSpPr>
          <p:spPr>
            <a:xfrm>
              <a:off x="932600" y="3079475"/>
              <a:ext cx="1958400" cy="133500"/>
            </a:xfrm>
            <a:prstGeom prst="rect">
              <a:avLst/>
            </a:prstGeom>
            <a:solidFill>
              <a:srgbClr val="B7E1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3" name="Google Shape;233;p42"/>
            <p:cNvGrpSpPr/>
            <p:nvPr/>
          </p:nvGrpSpPr>
          <p:grpSpPr>
            <a:xfrm>
              <a:off x="495991" y="1857800"/>
              <a:ext cx="2580731" cy="1728863"/>
              <a:chOff x="495991" y="1857800"/>
              <a:chExt cx="2580731" cy="1728863"/>
            </a:xfrm>
          </p:grpSpPr>
          <p:sp>
            <p:nvSpPr>
              <p:cNvPr id="234" name="Google Shape;234;p42"/>
              <p:cNvSpPr txBox="1"/>
              <p:nvPr/>
            </p:nvSpPr>
            <p:spPr>
              <a:xfrm>
                <a:off x="495991" y="3215263"/>
                <a:ext cx="8712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SzPts val="1100"/>
                  <a:buNone/>
                </a:pPr>
                <a:r>
                  <a:rPr b="1" lang="en" sz="1200">
                    <a:latin typeface="Roboto"/>
                    <a:ea typeface="Roboto"/>
                    <a:cs typeface="Roboto"/>
                    <a:sym typeface="Roboto"/>
                  </a:rPr>
                  <a:t>1961</a:t>
                </a:r>
                <a:endParaRPr b="1" sz="1200">
                  <a:latin typeface="Roboto"/>
                  <a:ea typeface="Roboto"/>
                  <a:cs typeface="Roboto"/>
                  <a:sym typeface="Roboto"/>
                </a:endParaRPr>
              </a:p>
            </p:txBody>
          </p:sp>
          <p:grpSp>
            <p:nvGrpSpPr>
              <p:cNvPr id="235" name="Google Shape;235;p42"/>
              <p:cNvGrpSpPr/>
              <p:nvPr/>
            </p:nvGrpSpPr>
            <p:grpSpPr>
              <a:xfrm>
                <a:off x="881025" y="2800065"/>
                <a:ext cx="92400" cy="411825"/>
                <a:chOff x="845575" y="2563700"/>
                <a:chExt cx="92400" cy="411825"/>
              </a:xfrm>
            </p:grpSpPr>
            <p:cxnSp>
              <p:nvCxnSpPr>
                <p:cNvPr id="236" name="Google Shape;236;p42"/>
                <p:cNvCxnSpPr/>
                <p:nvPr/>
              </p:nvCxnSpPr>
              <p:spPr>
                <a:xfrm>
                  <a:off x="891775" y="2616125"/>
                  <a:ext cx="0" cy="359400"/>
                </a:xfrm>
                <a:prstGeom prst="straightConnector1">
                  <a:avLst/>
                </a:prstGeom>
                <a:noFill/>
                <a:ln cap="flat" cmpd="sng" w="9525">
                  <a:solidFill>
                    <a:srgbClr val="000000"/>
                  </a:solidFill>
                  <a:prstDash val="solid"/>
                  <a:round/>
                  <a:headEnd len="sm" w="sm" type="none"/>
                  <a:tailEnd len="sm" w="sm" type="none"/>
                </a:ln>
              </p:spPr>
            </p:cxnSp>
            <p:sp>
              <p:nvSpPr>
                <p:cNvPr id="237" name="Google Shape;237;p42"/>
                <p:cNvSpPr/>
                <p:nvPr/>
              </p:nvSpPr>
              <p:spPr>
                <a:xfrm>
                  <a:off x="845575"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8" name="Google Shape;238;p42"/>
              <p:cNvSpPr txBox="1"/>
              <p:nvPr/>
            </p:nvSpPr>
            <p:spPr>
              <a:xfrm>
                <a:off x="823122" y="1857800"/>
                <a:ext cx="2253600" cy="9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sz="800">
                    <a:latin typeface="Roboto"/>
                    <a:ea typeface="Roboto"/>
                    <a:cs typeface="Roboto"/>
                    <a:sym typeface="Roboto"/>
                  </a:rPr>
                  <a:t>Political Behavior Archive</a:t>
                </a:r>
                <a:endParaRPr b="1" sz="800">
                  <a:latin typeface="Roboto"/>
                  <a:ea typeface="Roboto"/>
                  <a:cs typeface="Roboto"/>
                  <a:sym typeface="Roboto"/>
                </a:endParaRPr>
              </a:p>
              <a:p>
                <a:pPr indent="0" lvl="0" marL="0" rtl="0" algn="l">
                  <a:spcBef>
                    <a:spcPts val="0"/>
                  </a:spcBef>
                  <a:spcAft>
                    <a:spcPts val="0"/>
                  </a:spcAft>
                  <a:buSzPts val="1100"/>
                  <a:buNone/>
                </a:pPr>
                <a:r>
                  <a:t/>
                </a:r>
                <a:endParaRPr b="1" sz="800">
                  <a:latin typeface="Roboto"/>
                  <a:ea typeface="Roboto"/>
                  <a:cs typeface="Roboto"/>
                  <a:sym typeface="Roboto"/>
                </a:endParaRPr>
              </a:p>
              <a:p>
                <a:pPr indent="0" lvl="0" marL="0" rtl="0" algn="l">
                  <a:spcBef>
                    <a:spcPts val="0"/>
                  </a:spcBef>
                  <a:spcAft>
                    <a:spcPts val="1600"/>
                  </a:spcAft>
                  <a:buSzPts val="1100"/>
                  <a:buNone/>
                </a:pPr>
                <a:r>
                  <a:rPr lang="en" sz="800">
                    <a:solidFill>
                      <a:srgbClr val="666666"/>
                    </a:solidFill>
                    <a:latin typeface="Roboto"/>
                    <a:ea typeface="Roboto"/>
                    <a:cs typeface="Roboto"/>
                    <a:sym typeface="Roboto"/>
                  </a:rPr>
                  <a:t>Started by </a:t>
                </a:r>
                <a:r>
                  <a:rPr lang="en" sz="800">
                    <a:solidFill>
                      <a:srgbClr val="666666"/>
                    </a:solidFill>
                    <a:highlight>
                      <a:srgbClr val="FFFFFF"/>
                    </a:highlight>
                    <a:latin typeface="Roboto"/>
                    <a:ea typeface="Roboto"/>
                    <a:cs typeface="Roboto"/>
                    <a:sym typeface="Roboto"/>
                  </a:rPr>
                  <a:t>political science professor Dwaine Marvick. In 1962, became a founding member of the Inter-university Consortium for Political and Social Research. In 1964,. joined Survey Research Center under Eve Fielder</a:t>
                </a:r>
                <a:endParaRPr b="1" sz="800">
                  <a:latin typeface="Roboto"/>
                  <a:ea typeface="Roboto"/>
                  <a:cs typeface="Roboto"/>
                  <a:sym typeface="Roboto"/>
                </a:endParaRPr>
              </a:p>
            </p:txBody>
          </p:sp>
        </p:grpSp>
      </p:grpSp>
      <p:grpSp>
        <p:nvGrpSpPr>
          <p:cNvPr id="239" name="Google Shape;239;p42"/>
          <p:cNvGrpSpPr/>
          <p:nvPr/>
        </p:nvGrpSpPr>
        <p:grpSpPr>
          <a:xfrm>
            <a:off x="6277285" y="2709722"/>
            <a:ext cx="2721140" cy="1735654"/>
            <a:chOff x="6435810" y="2702596"/>
            <a:chExt cx="2721140" cy="1735654"/>
          </a:xfrm>
        </p:grpSpPr>
        <p:sp>
          <p:nvSpPr>
            <p:cNvPr id="240" name="Google Shape;240;p42"/>
            <p:cNvSpPr/>
            <p:nvPr/>
          </p:nvSpPr>
          <p:spPr>
            <a:xfrm>
              <a:off x="6807650" y="3079475"/>
              <a:ext cx="2349300" cy="133500"/>
            </a:xfrm>
            <a:prstGeom prst="rect">
              <a:avLst/>
            </a:prstGeom>
            <a:solidFill>
              <a:srgbClr val="0B80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1" name="Google Shape;241;p42"/>
            <p:cNvGrpSpPr/>
            <p:nvPr/>
          </p:nvGrpSpPr>
          <p:grpSpPr>
            <a:xfrm>
              <a:off x="6435810" y="2702596"/>
              <a:ext cx="2494563" cy="1735654"/>
              <a:chOff x="6435810" y="2702596"/>
              <a:chExt cx="2494563" cy="1735654"/>
            </a:xfrm>
          </p:grpSpPr>
          <p:grpSp>
            <p:nvGrpSpPr>
              <p:cNvPr id="242" name="Google Shape;242;p42"/>
              <p:cNvGrpSpPr/>
              <p:nvPr/>
            </p:nvGrpSpPr>
            <p:grpSpPr>
              <a:xfrm rot="10800000">
                <a:off x="6760035" y="3079467"/>
                <a:ext cx="92400" cy="411825"/>
                <a:chOff x="2070100" y="2563700"/>
                <a:chExt cx="92400" cy="411825"/>
              </a:xfrm>
            </p:grpSpPr>
            <p:cxnSp>
              <p:nvCxnSpPr>
                <p:cNvPr id="243" name="Google Shape;243;p42"/>
                <p:cNvCxnSpPr/>
                <p:nvPr/>
              </p:nvCxnSpPr>
              <p:spPr>
                <a:xfrm>
                  <a:off x="2116300" y="2616125"/>
                  <a:ext cx="0" cy="359400"/>
                </a:xfrm>
                <a:prstGeom prst="straightConnector1">
                  <a:avLst/>
                </a:prstGeom>
                <a:noFill/>
                <a:ln cap="flat" cmpd="sng" w="9525">
                  <a:solidFill>
                    <a:srgbClr val="000000"/>
                  </a:solidFill>
                  <a:prstDash val="solid"/>
                  <a:round/>
                  <a:headEnd len="sm" w="sm" type="none"/>
                  <a:tailEnd len="sm" w="sm" type="none"/>
                </a:ln>
              </p:spPr>
            </p:cxnSp>
            <p:sp>
              <p:nvSpPr>
                <p:cNvPr id="244" name="Google Shape;244;p42"/>
                <p:cNvSpPr/>
                <p:nvPr/>
              </p:nvSpPr>
              <p:spPr>
                <a:xfrm>
                  <a:off x="2070100" y="2563700"/>
                  <a:ext cx="92400" cy="924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5" name="Google Shape;245;p42"/>
              <p:cNvSpPr txBox="1"/>
              <p:nvPr/>
            </p:nvSpPr>
            <p:spPr>
              <a:xfrm>
                <a:off x="6435810" y="2702596"/>
                <a:ext cx="745800" cy="3714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1600"/>
                  </a:spcAft>
                  <a:buSzPts val="1100"/>
                  <a:buNone/>
                </a:pPr>
                <a:r>
                  <a:rPr b="1" lang="en" sz="1200">
                    <a:latin typeface="Roboto"/>
                    <a:ea typeface="Roboto"/>
                    <a:cs typeface="Roboto"/>
                    <a:sym typeface="Roboto"/>
                  </a:rPr>
                  <a:t>2018</a:t>
                </a:r>
                <a:endParaRPr b="1" sz="1200">
                  <a:latin typeface="Roboto"/>
                  <a:ea typeface="Roboto"/>
                  <a:cs typeface="Roboto"/>
                  <a:sym typeface="Roboto"/>
                </a:endParaRPr>
              </a:p>
            </p:txBody>
          </p:sp>
          <p:sp>
            <p:nvSpPr>
              <p:cNvPr id="246" name="Google Shape;246;p42"/>
              <p:cNvSpPr txBox="1"/>
              <p:nvPr/>
            </p:nvSpPr>
            <p:spPr>
              <a:xfrm>
                <a:off x="6676773" y="3494450"/>
                <a:ext cx="2253600" cy="94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b="1" lang="en" sz="800">
                    <a:latin typeface="Roboto"/>
                    <a:ea typeface="Roboto"/>
                    <a:cs typeface="Roboto"/>
                    <a:sym typeface="Roboto"/>
                  </a:rPr>
                  <a:t>Creation of Data Science Center</a:t>
                </a:r>
                <a:endParaRPr b="1" sz="800">
                  <a:latin typeface="Roboto"/>
                  <a:ea typeface="Roboto"/>
                  <a:cs typeface="Roboto"/>
                  <a:sym typeface="Roboto"/>
                </a:endParaRPr>
              </a:p>
              <a:p>
                <a:pPr indent="0" lvl="0" marL="0" rtl="0" algn="l">
                  <a:spcBef>
                    <a:spcPts val="0"/>
                  </a:spcBef>
                  <a:spcAft>
                    <a:spcPts val="0"/>
                  </a:spcAft>
                  <a:buSzPts val="1100"/>
                  <a:buNone/>
                </a:pPr>
                <a:r>
                  <a:t/>
                </a:r>
                <a:endParaRPr b="1" sz="800">
                  <a:latin typeface="Roboto"/>
                  <a:ea typeface="Roboto"/>
                  <a:cs typeface="Roboto"/>
                  <a:sym typeface="Roboto"/>
                </a:endParaRPr>
              </a:p>
              <a:p>
                <a:pPr indent="0" lvl="0" marL="0" rtl="0" algn="l">
                  <a:spcBef>
                    <a:spcPts val="0"/>
                  </a:spcBef>
                  <a:spcAft>
                    <a:spcPts val="1600"/>
                  </a:spcAft>
                  <a:buSzPts val="1100"/>
                  <a:buNone/>
                </a:pPr>
                <a:r>
                  <a:rPr lang="en" sz="800">
                    <a:solidFill>
                      <a:srgbClr val="666666"/>
                    </a:solidFill>
                    <a:latin typeface="Roboto"/>
                    <a:ea typeface="Roboto"/>
                    <a:cs typeface="Roboto"/>
                    <a:sym typeface="Roboto"/>
                  </a:rPr>
                  <a:t>Umbrella program to build data science support &amp; data archiving across disciplines</a:t>
                </a:r>
                <a:endParaRPr b="1" sz="800">
                  <a:latin typeface="Roboto"/>
                  <a:ea typeface="Roboto"/>
                  <a:cs typeface="Roboto"/>
                  <a:sym typeface="Roboto"/>
                </a:endParaRPr>
              </a:p>
            </p:txBody>
          </p:sp>
        </p:grpSp>
      </p:grpSp>
      <p:sp>
        <p:nvSpPr>
          <p:cNvPr id="247" name="Google Shape;247;p42"/>
          <p:cNvSpPr txBox="1"/>
          <p:nvPr/>
        </p:nvSpPr>
        <p:spPr>
          <a:xfrm>
            <a:off x="863950" y="530300"/>
            <a:ext cx="7420200" cy="80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t>Social Science </a:t>
            </a:r>
            <a:r>
              <a:rPr lang="en" sz="3600"/>
              <a:t>Data Archive</a:t>
            </a:r>
            <a:endParaRPr sz="3600"/>
          </a:p>
        </p:txBody>
      </p:sp>
      <p:cxnSp>
        <p:nvCxnSpPr>
          <p:cNvPr id="248" name="Google Shape;248;p42"/>
          <p:cNvCxnSpPr/>
          <p:nvPr/>
        </p:nvCxnSpPr>
        <p:spPr>
          <a:xfrm>
            <a:off x="7783416" y="2709716"/>
            <a:ext cx="0" cy="359400"/>
          </a:xfrm>
          <a:prstGeom prst="straightConnector1">
            <a:avLst/>
          </a:prstGeom>
          <a:noFill/>
          <a:ln cap="flat" cmpd="sng" w="9525">
            <a:solidFill>
              <a:srgbClr val="000000"/>
            </a:solidFill>
            <a:prstDash val="solid"/>
            <a:round/>
            <a:headEnd len="sm" w="sm" type="none"/>
            <a:tailEnd len="sm" w="sm" type="non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43"/>
          <p:cNvPicPr preferRelativeResize="0"/>
          <p:nvPr/>
        </p:nvPicPr>
        <p:blipFill>
          <a:blip r:embed="rId3">
            <a:alphaModFix/>
          </a:blip>
          <a:stretch>
            <a:fillRect/>
          </a:stretch>
        </p:blipFill>
        <p:spPr>
          <a:xfrm>
            <a:off x="2263766" y="0"/>
            <a:ext cx="4479685" cy="49911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4"/>
          <p:cNvSpPr txBox="1"/>
          <p:nvPr>
            <p:ph type="ctrTitle"/>
          </p:nvPr>
        </p:nvSpPr>
        <p:spPr>
          <a:xfrm>
            <a:off x="590550" y="207174"/>
            <a:ext cx="7772400" cy="903600"/>
          </a:xfrm>
          <a:prstGeom prst="rect">
            <a:avLst/>
          </a:prstGeom>
        </p:spPr>
        <p:txBody>
          <a:bodyPr anchorCtr="0" anchor="ctr" bIns="91425" lIns="91425" spcFirstLastPara="1" rIns="91425" wrap="square" tIns="91425">
            <a:noAutofit/>
          </a:bodyPr>
          <a:lstStyle/>
          <a:p>
            <a:pPr indent="0" lvl="0" marL="0" rtl="0" algn="l">
              <a:lnSpc>
                <a:spcPct val="125000"/>
              </a:lnSpc>
              <a:spcBef>
                <a:spcPts val="1800"/>
              </a:spcBef>
              <a:spcAft>
                <a:spcPts val="0"/>
              </a:spcAft>
              <a:buClr>
                <a:schemeClr val="dk1"/>
              </a:buClr>
              <a:buSzPts val="1100"/>
              <a:buFont typeface="Arial"/>
              <a:buNone/>
            </a:pPr>
            <a:r>
              <a:rPr b="1" lang="en" sz="3000">
                <a:solidFill>
                  <a:srgbClr val="24292E"/>
                </a:solidFill>
                <a:latin typeface="Arial"/>
                <a:ea typeface="Arial"/>
                <a:cs typeface="Arial"/>
                <a:sym typeface="Arial"/>
              </a:rPr>
              <a:t>Role of the Data Archive in Soc. Sci. Div.</a:t>
            </a:r>
            <a:endParaRPr b="1" sz="3000">
              <a:solidFill>
                <a:srgbClr val="24292E"/>
              </a:solidFill>
              <a:latin typeface="Arial"/>
              <a:ea typeface="Arial"/>
              <a:cs typeface="Arial"/>
              <a:sym typeface="Arial"/>
            </a:endParaRPr>
          </a:p>
          <a:p>
            <a:pPr indent="0" lvl="0" marL="0" rtl="0" algn="ctr">
              <a:spcBef>
                <a:spcPts val="1200"/>
              </a:spcBef>
              <a:spcAft>
                <a:spcPts val="0"/>
              </a:spcAft>
              <a:buNone/>
            </a:pPr>
            <a:r>
              <a:t/>
            </a:r>
            <a:endParaRPr b="1" sz="1700">
              <a:solidFill>
                <a:srgbClr val="24292E"/>
              </a:solidFill>
              <a:latin typeface="Arial"/>
              <a:ea typeface="Arial"/>
              <a:cs typeface="Arial"/>
              <a:sym typeface="Arial"/>
            </a:endParaRPr>
          </a:p>
        </p:txBody>
      </p:sp>
      <p:sp>
        <p:nvSpPr>
          <p:cNvPr id="259" name="Google Shape;259;p44"/>
          <p:cNvSpPr txBox="1"/>
          <p:nvPr>
            <p:ph idx="1" type="subTitle"/>
          </p:nvPr>
        </p:nvSpPr>
        <p:spPr>
          <a:xfrm>
            <a:off x="428625" y="990600"/>
            <a:ext cx="6400800" cy="32007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24292E"/>
              </a:buClr>
              <a:buSzPts val="1800"/>
              <a:buChar char="●"/>
            </a:pPr>
            <a:r>
              <a:rPr lang="en" sz="1800">
                <a:solidFill>
                  <a:srgbClr val="24292E"/>
                </a:solidFill>
                <a:latin typeface="Arial"/>
                <a:ea typeface="Arial"/>
                <a:cs typeface="Arial"/>
                <a:sym typeface="Arial"/>
              </a:rPr>
              <a:t>Supported social science research through all stages of a project, including:</a:t>
            </a:r>
            <a:endParaRPr sz="1800">
              <a:solidFill>
                <a:srgbClr val="24292E"/>
              </a:solidFill>
              <a:latin typeface="Arial"/>
              <a:ea typeface="Arial"/>
              <a:cs typeface="Arial"/>
              <a:sym typeface="Arial"/>
            </a:endParaRPr>
          </a:p>
          <a:p>
            <a:pPr indent="-342900" lvl="1" marL="914400" rtl="0" algn="l">
              <a:lnSpc>
                <a:spcPct val="115000"/>
              </a:lnSpc>
              <a:spcBef>
                <a:spcPts val="0"/>
              </a:spcBef>
              <a:spcAft>
                <a:spcPts val="0"/>
              </a:spcAft>
              <a:buClr>
                <a:srgbClr val="24292E"/>
              </a:buClr>
              <a:buSzPts val="1800"/>
              <a:buChar char="○"/>
            </a:pPr>
            <a:r>
              <a:rPr lang="en" sz="1800">
                <a:solidFill>
                  <a:srgbClr val="24292E"/>
                </a:solidFill>
                <a:latin typeface="Arial"/>
                <a:ea typeface="Arial"/>
                <a:cs typeface="Arial"/>
                <a:sym typeface="Arial"/>
              </a:rPr>
              <a:t>hypothesis or area of study development</a:t>
            </a:r>
            <a:endParaRPr sz="1800">
              <a:solidFill>
                <a:srgbClr val="24292E"/>
              </a:solidFill>
              <a:latin typeface="Arial"/>
              <a:ea typeface="Arial"/>
              <a:cs typeface="Arial"/>
              <a:sym typeface="Arial"/>
            </a:endParaRPr>
          </a:p>
          <a:p>
            <a:pPr indent="-342900" lvl="1" marL="914400" rtl="0" algn="l">
              <a:lnSpc>
                <a:spcPct val="115000"/>
              </a:lnSpc>
              <a:spcBef>
                <a:spcPts val="0"/>
              </a:spcBef>
              <a:spcAft>
                <a:spcPts val="0"/>
              </a:spcAft>
              <a:buClr>
                <a:srgbClr val="24292E"/>
              </a:buClr>
              <a:buSzPts val="1800"/>
              <a:buChar char="○"/>
            </a:pPr>
            <a:r>
              <a:rPr lang="en" sz="1800">
                <a:solidFill>
                  <a:srgbClr val="24292E"/>
                </a:solidFill>
                <a:latin typeface="Arial"/>
                <a:ea typeface="Arial"/>
                <a:cs typeface="Arial"/>
                <a:sym typeface="Arial"/>
              </a:rPr>
              <a:t>grant and funding activities</a:t>
            </a:r>
            <a:endParaRPr sz="1800">
              <a:solidFill>
                <a:srgbClr val="24292E"/>
              </a:solidFill>
              <a:latin typeface="Arial"/>
              <a:ea typeface="Arial"/>
              <a:cs typeface="Arial"/>
              <a:sym typeface="Arial"/>
            </a:endParaRPr>
          </a:p>
          <a:p>
            <a:pPr indent="-342900" lvl="1" marL="914400" rtl="0" algn="l">
              <a:lnSpc>
                <a:spcPct val="115000"/>
              </a:lnSpc>
              <a:spcBef>
                <a:spcPts val="0"/>
              </a:spcBef>
              <a:spcAft>
                <a:spcPts val="0"/>
              </a:spcAft>
              <a:buClr>
                <a:srgbClr val="24292E"/>
              </a:buClr>
              <a:buSzPts val="1800"/>
              <a:buChar char="○"/>
            </a:pPr>
            <a:r>
              <a:rPr lang="en" sz="1800">
                <a:solidFill>
                  <a:srgbClr val="24292E"/>
                </a:solidFill>
                <a:latin typeface="Arial"/>
                <a:ea typeface="Arial"/>
                <a:cs typeface="Arial"/>
                <a:sym typeface="Arial"/>
              </a:rPr>
              <a:t>data collection, analysis, management, and communication</a:t>
            </a:r>
            <a:endParaRPr sz="1800">
              <a:solidFill>
                <a:srgbClr val="24292E"/>
              </a:solidFill>
              <a:latin typeface="Arial"/>
              <a:ea typeface="Arial"/>
              <a:cs typeface="Arial"/>
              <a:sym typeface="Arial"/>
            </a:endParaRPr>
          </a:p>
          <a:p>
            <a:pPr indent="-342900" lvl="1" marL="914400" rtl="0" algn="l">
              <a:lnSpc>
                <a:spcPct val="115000"/>
              </a:lnSpc>
              <a:spcBef>
                <a:spcPts val="0"/>
              </a:spcBef>
              <a:spcAft>
                <a:spcPts val="0"/>
              </a:spcAft>
              <a:buClr>
                <a:srgbClr val="24292E"/>
              </a:buClr>
              <a:buSzPts val="1800"/>
              <a:buChar char="○"/>
            </a:pPr>
            <a:r>
              <a:rPr lang="en" sz="1800">
                <a:solidFill>
                  <a:srgbClr val="24292E"/>
                </a:solidFill>
                <a:latin typeface="Arial"/>
                <a:ea typeface="Arial"/>
                <a:cs typeface="Arial"/>
                <a:sym typeface="Arial"/>
              </a:rPr>
              <a:t>long term preservation of research data/results/artifacts</a:t>
            </a:r>
            <a:endParaRPr sz="1800">
              <a:solidFill>
                <a:srgbClr val="24292E"/>
              </a:solidFill>
              <a:latin typeface="Arial"/>
              <a:ea typeface="Arial"/>
              <a:cs typeface="Arial"/>
              <a:sym typeface="Arial"/>
            </a:endParaRPr>
          </a:p>
          <a:p>
            <a:pPr indent="0" lvl="0" marL="0" rtl="0" algn="ctr">
              <a:spcBef>
                <a:spcPts val="12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p45"/>
          <p:cNvPicPr preferRelativeResize="0"/>
          <p:nvPr/>
        </p:nvPicPr>
        <p:blipFill>
          <a:blip r:embed="rId3">
            <a:alphaModFix/>
          </a:blip>
          <a:stretch>
            <a:fillRect/>
          </a:stretch>
        </p:blipFill>
        <p:spPr>
          <a:xfrm>
            <a:off x="706500" y="140350"/>
            <a:ext cx="7987125" cy="1416850"/>
          </a:xfrm>
          <a:prstGeom prst="rect">
            <a:avLst/>
          </a:prstGeom>
          <a:noFill/>
          <a:ln>
            <a:noFill/>
          </a:ln>
        </p:spPr>
      </p:pic>
      <p:pic>
        <p:nvPicPr>
          <p:cNvPr id="265" name="Google Shape;265;p45"/>
          <p:cNvPicPr preferRelativeResize="0"/>
          <p:nvPr/>
        </p:nvPicPr>
        <p:blipFill>
          <a:blip r:embed="rId4">
            <a:alphaModFix/>
          </a:blip>
          <a:stretch>
            <a:fillRect/>
          </a:stretch>
        </p:blipFill>
        <p:spPr>
          <a:xfrm>
            <a:off x="152400" y="1872798"/>
            <a:ext cx="1756790" cy="3118303"/>
          </a:xfrm>
          <a:prstGeom prst="rect">
            <a:avLst/>
          </a:prstGeom>
          <a:noFill/>
          <a:ln>
            <a:noFill/>
          </a:ln>
        </p:spPr>
      </p:pic>
      <p:pic>
        <p:nvPicPr>
          <p:cNvPr id="266" name="Google Shape;266;p45"/>
          <p:cNvPicPr preferRelativeResize="0"/>
          <p:nvPr/>
        </p:nvPicPr>
        <p:blipFill>
          <a:blip r:embed="rId5">
            <a:alphaModFix/>
          </a:blip>
          <a:stretch>
            <a:fillRect/>
          </a:stretch>
        </p:blipFill>
        <p:spPr>
          <a:xfrm>
            <a:off x="3430053" y="1945073"/>
            <a:ext cx="1753882" cy="3118302"/>
          </a:xfrm>
          <a:prstGeom prst="rect">
            <a:avLst/>
          </a:prstGeom>
          <a:noFill/>
          <a:ln>
            <a:noFill/>
          </a:ln>
        </p:spPr>
      </p:pic>
      <p:pic>
        <p:nvPicPr>
          <p:cNvPr id="267" name="Google Shape;267;p45"/>
          <p:cNvPicPr preferRelativeResize="0"/>
          <p:nvPr/>
        </p:nvPicPr>
        <p:blipFill>
          <a:blip r:embed="rId6">
            <a:alphaModFix/>
          </a:blip>
          <a:stretch>
            <a:fillRect/>
          </a:stretch>
        </p:blipFill>
        <p:spPr>
          <a:xfrm>
            <a:off x="6388647" y="1872798"/>
            <a:ext cx="2304983" cy="311830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id="272" name="Google Shape;272;p46"/>
          <p:cNvPicPr preferRelativeResize="0"/>
          <p:nvPr/>
        </p:nvPicPr>
        <p:blipFill>
          <a:blip r:embed="rId3">
            <a:alphaModFix/>
          </a:blip>
          <a:stretch>
            <a:fillRect/>
          </a:stretch>
        </p:blipFill>
        <p:spPr>
          <a:xfrm>
            <a:off x="260650" y="1124175"/>
            <a:ext cx="4241498" cy="3181123"/>
          </a:xfrm>
          <a:prstGeom prst="rect">
            <a:avLst/>
          </a:prstGeom>
          <a:noFill/>
          <a:ln>
            <a:noFill/>
          </a:ln>
        </p:spPr>
      </p:pic>
      <p:pic>
        <p:nvPicPr>
          <p:cNvPr id="273" name="Google Shape;273;p46"/>
          <p:cNvPicPr preferRelativeResize="0"/>
          <p:nvPr/>
        </p:nvPicPr>
        <p:blipFill>
          <a:blip r:embed="rId4">
            <a:alphaModFix/>
          </a:blip>
          <a:stretch>
            <a:fillRect/>
          </a:stretch>
        </p:blipFill>
        <p:spPr>
          <a:xfrm>
            <a:off x="4795425" y="1067025"/>
            <a:ext cx="3729450" cy="3714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p47"/>
          <p:cNvPicPr preferRelativeResize="0"/>
          <p:nvPr/>
        </p:nvPicPr>
        <p:blipFill>
          <a:blip r:embed="rId3">
            <a:alphaModFix/>
          </a:blip>
          <a:stretch>
            <a:fillRect/>
          </a:stretch>
        </p:blipFill>
        <p:spPr>
          <a:xfrm>
            <a:off x="7367750" y="104200"/>
            <a:ext cx="1597531" cy="4838699"/>
          </a:xfrm>
          <a:prstGeom prst="rect">
            <a:avLst/>
          </a:prstGeom>
          <a:noFill/>
          <a:ln>
            <a:noFill/>
          </a:ln>
        </p:spPr>
      </p:pic>
      <p:pic>
        <p:nvPicPr>
          <p:cNvPr id="279" name="Google Shape;279;p47"/>
          <p:cNvPicPr preferRelativeResize="0"/>
          <p:nvPr/>
        </p:nvPicPr>
        <p:blipFill>
          <a:blip r:embed="rId4">
            <a:alphaModFix/>
          </a:blip>
          <a:stretch>
            <a:fillRect/>
          </a:stretch>
        </p:blipFill>
        <p:spPr>
          <a:xfrm rot="-983788">
            <a:off x="420317" y="357659"/>
            <a:ext cx="2512414" cy="2387382"/>
          </a:xfrm>
          <a:prstGeom prst="rect">
            <a:avLst/>
          </a:prstGeom>
          <a:noFill/>
          <a:ln>
            <a:noFill/>
          </a:ln>
        </p:spPr>
      </p:pic>
      <p:pic>
        <p:nvPicPr>
          <p:cNvPr id="280" name="Google Shape;280;p47"/>
          <p:cNvPicPr preferRelativeResize="0"/>
          <p:nvPr/>
        </p:nvPicPr>
        <p:blipFill>
          <a:blip r:embed="rId5">
            <a:alphaModFix/>
          </a:blip>
          <a:stretch>
            <a:fillRect/>
          </a:stretch>
        </p:blipFill>
        <p:spPr>
          <a:xfrm rot="424166">
            <a:off x="3625375" y="205700"/>
            <a:ext cx="2601375" cy="1574799"/>
          </a:xfrm>
          <a:prstGeom prst="rect">
            <a:avLst/>
          </a:prstGeom>
          <a:noFill/>
          <a:ln>
            <a:noFill/>
          </a:ln>
        </p:spPr>
      </p:pic>
      <p:pic>
        <p:nvPicPr>
          <p:cNvPr id="281" name="Google Shape;281;p47"/>
          <p:cNvPicPr preferRelativeResize="0"/>
          <p:nvPr/>
        </p:nvPicPr>
        <p:blipFill>
          <a:blip r:embed="rId6">
            <a:alphaModFix/>
          </a:blip>
          <a:stretch>
            <a:fillRect/>
          </a:stretch>
        </p:blipFill>
        <p:spPr>
          <a:xfrm rot="-692264">
            <a:off x="4324495" y="2133672"/>
            <a:ext cx="2552987" cy="2034504"/>
          </a:xfrm>
          <a:prstGeom prst="rect">
            <a:avLst/>
          </a:prstGeom>
          <a:noFill/>
          <a:ln>
            <a:noFill/>
          </a:ln>
        </p:spPr>
      </p:pic>
      <p:pic>
        <p:nvPicPr>
          <p:cNvPr id="282" name="Google Shape;282;p47"/>
          <p:cNvPicPr preferRelativeResize="0"/>
          <p:nvPr/>
        </p:nvPicPr>
        <p:blipFill>
          <a:blip r:embed="rId7">
            <a:alphaModFix/>
          </a:blip>
          <a:stretch>
            <a:fillRect/>
          </a:stretch>
        </p:blipFill>
        <p:spPr>
          <a:xfrm rot="570210">
            <a:off x="198448" y="2781300"/>
            <a:ext cx="2681950" cy="1577451"/>
          </a:xfrm>
          <a:prstGeom prst="rect">
            <a:avLst/>
          </a:prstGeom>
          <a:noFill/>
          <a:ln>
            <a:noFill/>
          </a:ln>
        </p:spPr>
      </p:pic>
      <p:pic>
        <p:nvPicPr>
          <p:cNvPr id="283" name="Google Shape;283;p47"/>
          <p:cNvPicPr preferRelativeResize="0"/>
          <p:nvPr/>
        </p:nvPicPr>
        <p:blipFill>
          <a:blip r:embed="rId8">
            <a:alphaModFix/>
          </a:blip>
          <a:stretch>
            <a:fillRect/>
          </a:stretch>
        </p:blipFill>
        <p:spPr>
          <a:xfrm rot="857128">
            <a:off x="2488288" y="1975781"/>
            <a:ext cx="2039125" cy="170664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8"/>
          <p:cNvSpPr txBox="1"/>
          <p:nvPr>
            <p:ph idx="1" type="subTitle"/>
          </p:nvPr>
        </p:nvSpPr>
        <p:spPr>
          <a:xfrm>
            <a:off x="740250" y="972150"/>
            <a:ext cx="7663500" cy="22443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24292E"/>
              </a:buClr>
              <a:buSzPts val="1800"/>
              <a:buChar char="●"/>
            </a:pPr>
            <a:r>
              <a:rPr lang="en" sz="1800">
                <a:solidFill>
                  <a:srgbClr val="24292E"/>
                </a:solidFill>
                <a:latin typeface="Arial"/>
                <a:ea typeface="Arial"/>
                <a:cs typeface="Arial"/>
                <a:sym typeface="Arial"/>
              </a:rPr>
              <a:t>Approx. </a:t>
            </a:r>
            <a:r>
              <a:rPr lang="en" sz="1800" u="sng">
                <a:solidFill>
                  <a:srgbClr val="0366D6"/>
                </a:solidFill>
                <a:latin typeface="Arial"/>
                <a:ea typeface="Arial"/>
                <a:cs typeface="Arial"/>
                <a:sym typeface="Arial"/>
                <a:hlinkClick r:id="rId3">
                  <a:extLst>
                    <a:ext uri="{A12FA001-AC4F-418D-AE19-62706E023703}">
                      <ahyp:hlinkClr val="tx"/>
                    </a:ext>
                  </a:extLst>
                </a:hlinkClick>
              </a:rPr>
              <a:t>600 datasets</a:t>
            </a:r>
            <a:r>
              <a:rPr lang="en" sz="1800">
                <a:solidFill>
                  <a:srgbClr val="24292E"/>
                </a:solidFill>
                <a:latin typeface="Arial"/>
                <a:ea typeface="Arial"/>
                <a:cs typeface="Arial"/>
                <a:sym typeface="Arial"/>
              </a:rPr>
              <a:t> (some unpublished, ask us)</a:t>
            </a:r>
            <a:endParaRPr sz="1800">
              <a:solidFill>
                <a:srgbClr val="24292E"/>
              </a:solidFill>
              <a:latin typeface="Arial"/>
              <a:ea typeface="Arial"/>
              <a:cs typeface="Arial"/>
              <a:sym typeface="Arial"/>
            </a:endParaRPr>
          </a:p>
          <a:p>
            <a:pPr indent="-342900" lvl="0" marL="457200" rtl="0" algn="l">
              <a:lnSpc>
                <a:spcPct val="115000"/>
              </a:lnSpc>
              <a:spcBef>
                <a:spcPts val="0"/>
              </a:spcBef>
              <a:spcAft>
                <a:spcPts val="0"/>
              </a:spcAft>
              <a:buClr>
                <a:srgbClr val="24292E"/>
              </a:buClr>
              <a:buSzPts val="1800"/>
              <a:buChar char="●"/>
            </a:pPr>
            <a:r>
              <a:rPr lang="en" sz="1800">
                <a:solidFill>
                  <a:srgbClr val="24292E"/>
                </a:solidFill>
                <a:latin typeface="Arial"/>
                <a:ea typeface="Arial"/>
                <a:cs typeface="Arial"/>
                <a:sym typeface="Arial"/>
              </a:rPr>
              <a:t>Mostly from surveys, public opinion polls, and de-identified administrative records.</a:t>
            </a:r>
            <a:endParaRPr sz="1800">
              <a:solidFill>
                <a:srgbClr val="24292E"/>
              </a:solidFill>
              <a:latin typeface="Arial"/>
              <a:ea typeface="Arial"/>
              <a:cs typeface="Arial"/>
              <a:sym typeface="Arial"/>
            </a:endParaRPr>
          </a:p>
          <a:p>
            <a:pPr indent="-342900" lvl="0" marL="457200" rtl="0" algn="l">
              <a:lnSpc>
                <a:spcPct val="115000"/>
              </a:lnSpc>
              <a:spcBef>
                <a:spcPts val="0"/>
              </a:spcBef>
              <a:spcAft>
                <a:spcPts val="0"/>
              </a:spcAft>
              <a:buClr>
                <a:srgbClr val="24292E"/>
              </a:buClr>
              <a:buSzPts val="1800"/>
              <a:buChar char="●"/>
            </a:pPr>
            <a:r>
              <a:rPr lang="en" sz="1800">
                <a:solidFill>
                  <a:srgbClr val="24292E"/>
                </a:solidFill>
                <a:latin typeface="Arial"/>
                <a:ea typeface="Arial"/>
                <a:cs typeface="Arial"/>
                <a:sym typeface="Arial"/>
              </a:rPr>
              <a:t>Include studies on:</a:t>
            </a:r>
            <a:endParaRPr sz="1800">
              <a:solidFill>
                <a:srgbClr val="24292E"/>
              </a:solidFill>
              <a:latin typeface="Arial"/>
              <a:ea typeface="Arial"/>
              <a:cs typeface="Arial"/>
              <a:sym typeface="Arial"/>
            </a:endParaRPr>
          </a:p>
          <a:p>
            <a:pPr indent="-342900" lvl="1" marL="914400" rtl="0" algn="l">
              <a:lnSpc>
                <a:spcPct val="115000"/>
              </a:lnSpc>
              <a:spcBef>
                <a:spcPts val="0"/>
              </a:spcBef>
              <a:spcAft>
                <a:spcPts val="0"/>
              </a:spcAft>
              <a:buClr>
                <a:srgbClr val="24292E"/>
              </a:buClr>
              <a:buSzPts val="1800"/>
              <a:buChar char="○"/>
            </a:pPr>
            <a:r>
              <a:rPr lang="en" sz="1800">
                <a:solidFill>
                  <a:srgbClr val="24292E"/>
                </a:solidFill>
                <a:latin typeface="Arial"/>
                <a:ea typeface="Arial"/>
                <a:cs typeface="Arial"/>
                <a:sym typeface="Arial"/>
              </a:rPr>
              <a:t>Political, social &amp; economic attitudes and behavior</a:t>
            </a:r>
            <a:endParaRPr sz="1800">
              <a:solidFill>
                <a:srgbClr val="24292E"/>
              </a:solidFill>
              <a:latin typeface="Arial"/>
              <a:ea typeface="Arial"/>
              <a:cs typeface="Arial"/>
              <a:sym typeface="Arial"/>
            </a:endParaRPr>
          </a:p>
          <a:p>
            <a:pPr indent="-342900" lvl="1" marL="914400" rtl="0" algn="l">
              <a:lnSpc>
                <a:spcPct val="115000"/>
              </a:lnSpc>
              <a:spcBef>
                <a:spcPts val="0"/>
              </a:spcBef>
              <a:spcAft>
                <a:spcPts val="0"/>
              </a:spcAft>
              <a:buClr>
                <a:srgbClr val="24292E"/>
              </a:buClr>
              <a:buSzPts val="1800"/>
              <a:buChar char="○"/>
            </a:pPr>
            <a:r>
              <a:rPr lang="en" sz="1800">
                <a:solidFill>
                  <a:srgbClr val="24292E"/>
                </a:solidFill>
                <a:latin typeface="Arial"/>
                <a:ea typeface="Arial"/>
                <a:cs typeface="Arial"/>
                <a:sym typeface="Arial"/>
              </a:rPr>
              <a:t>Studies of health status and health outcomes</a:t>
            </a:r>
            <a:endParaRPr sz="1800">
              <a:solidFill>
                <a:srgbClr val="24292E"/>
              </a:solidFill>
              <a:latin typeface="Arial"/>
              <a:ea typeface="Arial"/>
              <a:cs typeface="Arial"/>
              <a:sym typeface="Arial"/>
            </a:endParaRPr>
          </a:p>
          <a:p>
            <a:pPr indent="-342900" lvl="1" marL="914400" rtl="0" algn="l">
              <a:lnSpc>
                <a:spcPct val="115000"/>
              </a:lnSpc>
              <a:spcBef>
                <a:spcPts val="0"/>
              </a:spcBef>
              <a:spcAft>
                <a:spcPts val="0"/>
              </a:spcAft>
              <a:buClr>
                <a:srgbClr val="24292E"/>
              </a:buClr>
              <a:buSzPts val="1800"/>
              <a:buChar char="○"/>
            </a:pPr>
            <a:r>
              <a:rPr lang="en" sz="1800">
                <a:solidFill>
                  <a:srgbClr val="24292E"/>
                </a:solidFill>
                <a:latin typeface="Arial"/>
                <a:ea typeface="Arial"/>
                <a:cs typeface="Arial"/>
                <a:sym typeface="Arial"/>
              </a:rPr>
              <a:t>International surveys of occupational and social mobility</a:t>
            </a:r>
            <a:endParaRPr sz="1800">
              <a:solidFill>
                <a:srgbClr val="24292E"/>
              </a:solidFill>
              <a:latin typeface="Arial"/>
              <a:ea typeface="Arial"/>
              <a:cs typeface="Arial"/>
              <a:sym typeface="Arial"/>
            </a:endParaRPr>
          </a:p>
          <a:p>
            <a:pPr indent="-342900" lvl="1" marL="914400" rtl="0" algn="l">
              <a:lnSpc>
                <a:spcPct val="115000"/>
              </a:lnSpc>
              <a:spcBef>
                <a:spcPts val="0"/>
              </a:spcBef>
              <a:spcAft>
                <a:spcPts val="0"/>
              </a:spcAft>
              <a:buClr>
                <a:srgbClr val="24292E"/>
              </a:buClr>
              <a:buSzPts val="1800"/>
              <a:buChar char="○"/>
            </a:pPr>
            <a:r>
              <a:rPr lang="en" sz="1800">
                <a:solidFill>
                  <a:srgbClr val="24292E"/>
                </a:solidFill>
                <a:latin typeface="Arial"/>
                <a:ea typeface="Arial"/>
                <a:cs typeface="Arial"/>
                <a:sym typeface="Arial"/>
              </a:rPr>
              <a:t>Los Angeles County Social Surveys &amp; California Polls</a:t>
            </a:r>
            <a:endParaRPr sz="1800">
              <a:solidFill>
                <a:srgbClr val="24292E"/>
              </a:solidFill>
              <a:latin typeface="Arial"/>
              <a:ea typeface="Arial"/>
              <a:cs typeface="Arial"/>
              <a:sym typeface="Arial"/>
            </a:endParaRPr>
          </a:p>
          <a:p>
            <a:pPr indent="0" lvl="0" marL="0" rtl="0" algn="ctr">
              <a:spcBef>
                <a:spcPts val="1200"/>
              </a:spcBef>
              <a:spcAft>
                <a:spcPts val="0"/>
              </a:spcAft>
              <a:buNone/>
            </a:pPr>
            <a:r>
              <a:t/>
            </a:r>
            <a:endParaRPr/>
          </a:p>
        </p:txBody>
      </p:sp>
      <p:sp>
        <p:nvSpPr>
          <p:cNvPr id="289" name="Google Shape;289;p48"/>
          <p:cNvSpPr txBox="1"/>
          <p:nvPr/>
        </p:nvSpPr>
        <p:spPr>
          <a:xfrm>
            <a:off x="883525" y="146500"/>
            <a:ext cx="5486400" cy="6402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1800"/>
              </a:spcBef>
              <a:spcAft>
                <a:spcPts val="0"/>
              </a:spcAft>
              <a:buClr>
                <a:schemeClr val="dk1"/>
              </a:buClr>
              <a:buSzPts val="1100"/>
              <a:buFont typeface="Arial"/>
              <a:buNone/>
            </a:pPr>
            <a:r>
              <a:rPr b="1" lang="en" sz="3000">
                <a:solidFill>
                  <a:srgbClr val="24292E"/>
                </a:solidFill>
              </a:rPr>
              <a:t>Collections</a:t>
            </a:r>
            <a:endParaRPr b="1" sz="3000">
              <a:solidFill>
                <a:srgbClr val="24292E"/>
              </a:solidFill>
            </a:endParaRPr>
          </a:p>
          <a:p>
            <a:pPr indent="0" lvl="0" marL="0" rtl="0" algn="l">
              <a:spcBef>
                <a:spcPts val="1200"/>
              </a:spcBef>
              <a:spcAft>
                <a:spcPts val="0"/>
              </a:spcAft>
              <a:buNone/>
            </a:pPr>
            <a:r>
              <a:t/>
            </a:r>
            <a:endParaRPr/>
          </a:p>
        </p:txBody>
      </p:sp>
      <p:pic>
        <p:nvPicPr>
          <p:cNvPr id="290" name="Google Shape;290;p48"/>
          <p:cNvPicPr preferRelativeResize="0"/>
          <p:nvPr/>
        </p:nvPicPr>
        <p:blipFill>
          <a:blip r:embed="rId4">
            <a:alphaModFix/>
          </a:blip>
          <a:stretch>
            <a:fillRect/>
          </a:stretch>
        </p:blipFill>
        <p:spPr>
          <a:xfrm>
            <a:off x="0" y="3553775"/>
            <a:ext cx="9067101" cy="1589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id="295" name="Google Shape;295;p49"/>
          <p:cNvPicPr preferRelativeResize="0"/>
          <p:nvPr/>
        </p:nvPicPr>
        <p:blipFill rotWithShape="1">
          <a:blip r:embed="rId3">
            <a:alphaModFix/>
          </a:blip>
          <a:srcRect b="0" l="0" r="0" t="0"/>
          <a:stretch/>
        </p:blipFill>
        <p:spPr>
          <a:xfrm>
            <a:off x="1" y="0"/>
            <a:ext cx="9134475" cy="5128200"/>
          </a:xfrm>
          <a:prstGeom prst="rect">
            <a:avLst/>
          </a:prstGeom>
          <a:noFill/>
          <a:ln>
            <a:noFill/>
          </a:ln>
        </p:spPr>
      </p:pic>
      <p:pic>
        <p:nvPicPr>
          <p:cNvPr id="296" name="Google Shape;296;p49"/>
          <p:cNvPicPr preferRelativeResize="0"/>
          <p:nvPr/>
        </p:nvPicPr>
        <p:blipFill rotWithShape="1">
          <a:blip r:embed="rId4">
            <a:alphaModFix/>
          </a:blip>
          <a:srcRect b="0" l="0" r="0" t="0"/>
          <a:stretch/>
        </p:blipFill>
        <p:spPr>
          <a:xfrm>
            <a:off x="7956952" y="312817"/>
            <a:ext cx="673694" cy="311240"/>
          </a:xfrm>
          <a:prstGeom prst="rect">
            <a:avLst/>
          </a:prstGeom>
          <a:noFill/>
          <a:ln>
            <a:noFill/>
          </a:ln>
        </p:spPr>
      </p:pic>
      <p:sp>
        <p:nvSpPr>
          <p:cNvPr id="297" name="Google Shape;297;p49"/>
          <p:cNvSpPr txBox="1"/>
          <p:nvPr/>
        </p:nvSpPr>
        <p:spPr>
          <a:xfrm>
            <a:off x="683925" y="3355575"/>
            <a:ext cx="5314200" cy="6003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 sz="3600">
                <a:solidFill>
                  <a:schemeClr val="lt1"/>
                </a:solidFill>
                <a:latin typeface="Verdana"/>
                <a:ea typeface="Verdana"/>
                <a:cs typeface="Verdana"/>
                <a:sym typeface="Verdana"/>
              </a:rPr>
              <a:t>SSDA in the Library</a:t>
            </a:r>
            <a:endParaRPr sz="3600">
              <a:solidFill>
                <a:schemeClr val="lt1"/>
              </a:solidFill>
              <a:latin typeface="Verdana"/>
              <a:ea typeface="Verdana"/>
              <a:cs typeface="Verdana"/>
              <a:sym typeface="Verdana"/>
            </a:endParaRPr>
          </a:p>
        </p:txBody>
      </p:sp>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50"/>
          <p:cNvSpPr txBox="1"/>
          <p:nvPr>
            <p:ph type="ctrTitle"/>
          </p:nvPr>
        </p:nvSpPr>
        <p:spPr>
          <a:xfrm>
            <a:off x="685800" y="1597822"/>
            <a:ext cx="7772400" cy="3133800"/>
          </a:xfrm>
          <a:prstGeom prst="rect">
            <a:avLst/>
          </a:prstGeom>
        </p:spPr>
        <p:txBody>
          <a:bodyPr anchorCtr="0" anchor="ctr" bIns="91425" lIns="91425" spcFirstLastPara="1" rIns="91425" wrap="square" tIns="91425">
            <a:noAutofit/>
          </a:bodyPr>
          <a:lstStyle/>
          <a:p>
            <a:pPr indent="0" lvl="0" marL="139700" marR="139700" rtl="0" algn="l">
              <a:lnSpc>
                <a:spcPct val="115000"/>
              </a:lnSpc>
              <a:spcBef>
                <a:spcPts val="0"/>
              </a:spcBef>
              <a:spcAft>
                <a:spcPts val="0"/>
              </a:spcAft>
              <a:buClr>
                <a:schemeClr val="dk1"/>
              </a:buClr>
              <a:buSzPts val="1100"/>
              <a:buFont typeface="Arial"/>
              <a:buNone/>
            </a:pPr>
            <a:r>
              <a:rPr lang="en" sz="1800">
                <a:solidFill>
                  <a:srgbClr val="6A737D"/>
                </a:solidFill>
                <a:latin typeface="Arial"/>
                <a:ea typeface="Arial"/>
                <a:cs typeface="Arial"/>
                <a:sym typeface="Arial"/>
              </a:rPr>
              <a:t>Data is the central currency of science, but the nature of scientific data has changed dramatically with the rapid pace of technology. – Ted Hart (@emhart), et. al., Ten Simple Rules for Digital Data Storage.</a:t>
            </a:r>
            <a:r>
              <a:rPr lang="en" sz="1800" u="sng">
                <a:solidFill>
                  <a:srgbClr val="0366D6"/>
                </a:solidFill>
                <a:latin typeface="Arial"/>
                <a:ea typeface="Arial"/>
                <a:cs typeface="Arial"/>
                <a:sym typeface="Arial"/>
                <a:hlinkClick r:id="rId3">
                  <a:extLst>
                    <a:ext uri="{A12FA001-AC4F-418D-AE19-62706E023703}">
                      <ahyp:hlinkClr val="tx"/>
                    </a:ext>
                  </a:extLst>
                </a:hlinkClick>
              </a:rPr>
              <a:t>doi:10.1371/journal.pcbi.1005097</a:t>
            </a:r>
            <a:endParaRPr sz="1800" u="sng">
              <a:solidFill>
                <a:srgbClr val="0366D6"/>
              </a:solidFill>
              <a:latin typeface="Arial"/>
              <a:ea typeface="Arial"/>
              <a:cs typeface="Arial"/>
              <a:sym typeface="Arial"/>
              <a:hlinkClick r:id="rId4">
                <a:extLst>
                  <a:ext uri="{A12FA001-AC4F-418D-AE19-62706E023703}">
                    <ahyp:hlinkClr val="tx"/>
                  </a:ext>
                </a:extLst>
              </a:hlinkClick>
            </a:endParaRPr>
          </a:p>
          <a:p>
            <a:pPr indent="0" lvl="0" marL="0" rtl="0" algn="l">
              <a:lnSpc>
                <a:spcPct val="115000"/>
              </a:lnSpc>
              <a:spcBef>
                <a:spcPts val="1200"/>
              </a:spcBef>
              <a:spcAft>
                <a:spcPts val="0"/>
              </a:spcAft>
              <a:buClr>
                <a:schemeClr val="dk1"/>
              </a:buClr>
              <a:buSzPts val="1100"/>
              <a:buFont typeface="Arial"/>
              <a:buNone/>
            </a:pPr>
            <a:r>
              <a:t/>
            </a:r>
            <a:endParaRPr sz="1800">
              <a:solidFill>
                <a:srgbClr val="24292E"/>
              </a:solidFill>
              <a:latin typeface="Arial"/>
              <a:ea typeface="Arial"/>
              <a:cs typeface="Arial"/>
              <a:sym typeface="Arial"/>
            </a:endParaRPr>
          </a:p>
          <a:p>
            <a:pPr indent="0" lvl="0" marL="139700" marR="139700" rtl="0" algn="l">
              <a:lnSpc>
                <a:spcPct val="115000"/>
              </a:lnSpc>
              <a:spcBef>
                <a:spcPts val="0"/>
              </a:spcBef>
              <a:spcAft>
                <a:spcPts val="0"/>
              </a:spcAft>
              <a:buClr>
                <a:schemeClr val="dk1"/>
              </a:buClr>
              <a:buSzPts val="1100"/>
              <a:buFont typeface="Arial"/>
              <a:buNone/>
            </a:pPr>
            <a:r>
              <a:rPr lang="en" sz="1800">
                <a:solidFill>
                  <a:srgbClr val="6A737D"/>
                </a:solidFill>
                <a:latin typeface="Arial"/>
                <a:ea typeface="Arial"/>
                <a:cs typeface="Arial"/>
                <a:sym typeface="Arial"/>
              </a:rPr>
              <a:t>Access to the computational steps taken to process data and generate findings is as important as access to data themselves. – Victoria Stodden, Enhancing reproducibility for computational methods. Science 09 Dec 2016 : 1240-1241. </a:t>
            </a:r>
            <a:r>
              <a:rPr lang="en" sz="1800" u="sng">
                <a:solidFill>
                  <a:srgbClr val="0366D6"/>
                </a:solidFill>
                <a:latin typeface="Arial"/>
                <a:ea typeface="Arial"/>
                <a:cs typeface="Arial"/>
                <a:sym typeface="Arial"/>
                <a:hlinkClick r:id="rId5">
                  <a:extLst>
                    <a:ext uri="{A12FA001-AC4F-418D-AE19-62706E023703}">
                      <ahyp:hlinkClr val="tx"/>
                    </a:ext>
                  </a:extLst>
                </a:hlinkClick>
              </a:rPr>
              <a:t>10.1126/science.aah6168</a:t>
            </a:r>
            <a:endParaRPr sz="1800" u="sng">
              <a:solidFill>
                <a:srgbClr val="0366D6"/>
              </a:solidFill>
              <a:latin typeface="Arial"/>
              <a:ea typeface="Arial"/>
              <a:cs typeface="Arial"/>
              <a:sym typeface="Arial"/>
              <a:hlinkClick r:id="rId6">
                <a:extLst>
                  <a:ext uri="{A12FA001-AC4F-418D-AE19-62706E023703}">
                    <ahyp:hlinkClr val="tx"/>
                  </a:ext>
                </a:extLst>
              </a:hlinkClick>
            </a:endParaRPr>
          </a:p>
          <a:p>
            <a:pPr indent="0" lvl="0" marL="0" rtl="0" algn="ctr">
              <a:spcBef>
                <a:spcPts val="120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1"/>
          <p:cNvSpPr txBox="1"/>
          <p:nvPr>
            <p:ph type="ctrTitle"/>
          </p:nvPr>
        </p:nvSpPr>
        <p:spPr>
          <a:xfrm>
            <a:off x="685800" y="282951"/>
            <a:ext cx="7772400" cy="4663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The Data Archive will (continue to) provide research data services in three interrelated areas: </a:t>
            </a:r>
            <a:endParaRPr sz="3000"/>
          </a:p>
          <a:p>
            <a:pPr indent="-419100" lvl="0" marL="457200" rtl="0" algn="ctr">
              <a:spcBef>
                <a:spcPts val="0"/>
              </a:spcBef>
              <a:spcAft>
                <a:spcPts val="0"/>
              </a:spcAft>
              <a:buSzPts val="3000"/>
              <a:buAutoNum type="arabicPeriod"/>
            </a:pPr>
            <a:r>
              <a:rPr lang="en" sz="3000"/>
              <a:t>Consulting and data support;</a:t>
            </a:r>
            <a:endParaRPr sz="3000"/>
          </a:p>
          <a:p>
            <a:pPr indent="-419100" lvl="0" marL="457200" rtl="0" algn="ctr">
              <a:spcBef>
                <a:spcPts val="0"/>
              </a:spcBef>
              <a:spcAft>
                <a:spcPts val="0"/>
              </a:spcAft>
              <a:buSzPts val="3000"/>
              <a:buAutoNum type="arabicPeriod"/>
            </a:pPr>
            <a:r>
              <a:rPr lang="en" sz="3000"/>
              <a:t>Archive and repository services; &amp; </a:t>
            </a:r>
            <a:endParaRPr sz="3000"/>
          </a:p>
          <a:p>
            <a:pPr indent="-419100" lvl="0" marL="457200" rtl="0" algn="ctr">
              <a:spcBef>
                <a:spcPts val="0"/>
              </a:spcBef>
              <a:spcAft>
                <a:spcPts val="0"/>
              </a:spcAft>
              <a:buSzPts val="3000"/>
              <a:buAutoNum type="arabicPeriod"/>
            </a:pPr>
            <a:r>
              <a:rPr lang="en" sz="3000"/>
              <a:t>Educational program. </a:t>
            </a:r>
            <a:endParaRPr sz="3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pic>
        <p:nvPicPr>
          <p:cNvPr id="312" name="Google Shape;312;p52"/>
          <p:cNvPicPr preferRelativeResize="0"/>
          <p:nvPr/>
        </p:nvPicPr>
        <p:blipFill>
          <a:blip r:embed="rId3">
            <a:alphaModFix/>
          </a:blip>
          <a:stretch>
            <a:fillRect/>
          </a:stretch>
        </p:blipFill>
        <p:spPr>
          <a:xfrm>
            <a:off x="2476500" y="1033463"/>
            <a:ext cx="4095750" cy="3076575"/>
          </a:xfrm>
          <a:prstGeom prst="rect">
            <a:avLst/>
          </a:prstGeom>
          <a:noFill/>
          <a:ln>
            <a:noFill/>
          </a:ln>
        </p:spPr>
      </p:pic>
      <p:sp>
        <p:nvSpPr>
          <p:cNvPr id="313" name="Google Shape;313;p52"/>
          <p:cNvSpPr txBox="1"/>
          <p:nvPr/>
        </p:nvSpPr>
        <p:spPr>
          <a:xfrm>
            <a:off x="1019250" y="191600"/>
            <a:ext cx="7105500" cy="698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24292E"/>
                </a:solidFill>
              </a:rPr>
              <a:t>The Data Archive will continue to support all phases of the data lifecycle:</a:t>
            </a:r>
            <a:endParaRPr sz="1800">
              <a:solidFill>
                <a:srgbClr val="24292E"/>
              </a:solidFill>
            </a:endParaRPr>
          </a:p>
          <a:p>
            <a:pPr indent="0" lvl="0" marL="0" rtl="0" algn="l">
              <a:lnSpc>
                <a:spcPct val="115000"/>
              </a:lnSpc>
              <a:spcBef>
                <a:spcPts val="1200"/>
              </a:spcBef>
              <a:spcAft>
                <a:spcPts val="0"/>
              </a:spcAft>
              <a:buClr>
                <a:schemeClr val="dk1"/>
              </a:buClr>
              <a:buSzPts val="1100"/>
              <a:buFont typeface="Arial"/>
              <a:buNone/>
            </a:pPr>
            <a:r>
              <a:t/>
            </a:r>
            <a:endParaRPr sz="1200">
              <a:solidFill>
                <a:srgbClr val="24292E"/>
              </a:solidFill>
            </a:endParaRPr>
          </a:p>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53"/>
          <p:cNvSpPr txBox="1"/>
          <p:nvPr>
            <p:ph type="title"/>
          </p:nvPr>
        </p:nvSpPr>
        <p:spPr>
          <a:xfrm>
            <a:off x="457200" y="205979"/>
            <a:ext cx="82296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000"/>
              <a:t>Also support research innovation</a:t>
            </a:r>
            <a:endParaRPr sz="3000"/>
          </a:p>
        </p:txBody>
      </p:sp>
      <p:sp>
        <p:nvSpPr>
          <p:cNvPr id="319" name="Google Shape;319;p53"/>
          <p:cNvSpPr txBox="1"/>
          <p:nvPr>
            <p:ph idx="1" type="body"/>
          </p:nvPr>
        </p:nvSpPr>
        <p:spPr>
          <a:xfrm>
            <a:off x="457200" y="1200151"/>
            <a:ext cx="8229600" cy="3394500"/>
          </a:xfrm>
          <a:prstGeom prst="rect">
            <a:avLst/>
          </a:prstGeom>
        </p:spPr>
        <p:txBody>
          <a:bodyPr anchorCtr="0" anchor="t" bIns="91425" lIns="91425" spcFirstLastPara="1" rIns="91425" wrap="square" tIns="91425">
            <a:noAutofit/>
          </a:bodyPr>
          <a:lstStyle/>
          <a:p>
            <a:pPr indent="-342900" lvl="0" marL="457200" rtl="0" algn="l">
              <a:spcBef>
                <a:spcPts val="640"/>
              </a:spcBef>
              <a:spcAft>
                <a:spcPts val="0"/>
              </a:spcAft>
              <a:buSzPts val="1800"/>
              <a:buChar char="●"/>
            </a:pPr>
            <a:r>
              <a:rPr lang="en" sz="1800"/>
              <a:t>Machine learning</a:t>
            </a:r>
            <a:endParaRPr sz="1800"/>
          </a:p>
          <a:p>
            <a:pPr indent="-342900" lvl="0" marL="457200" rtl="0" algn="l">
              <a:spcBef>
                <a:spcPts val="0"/>
              </a:spcBef>
              <a:spcAft>
                <a:spcPts val="0"/>
              </a:spcAft>
              <a:buSzPts val="1800"/>
              <a:buChar char="●"/>
            </a:pPr>
            <a:r>
              <a:rPr lang="en" sz="1800"/>
              <a:t>Network analysis </a:t>
            </a:r>
            <a:endParaRPr sz="1800"/>
          </a:p>
          <a:p>
            <a:pPr indent="-342900" lvl="0" marL="457200" rtl="0" algn="l">
              <a:spcBef>
                <a:spcPts val="0"/>
              </a:spcBef>
              <a:spcAft>
                <a:spcPts val="0"/>
              </a:spcAft>
              <a:buSzPts val="1800"/>
              <a:buChar char="●"/>
            </a:pPr>
            <a:r>
              <a:rPr lang="en" sz="1800"/>
              <a:t>Text analysis</a:t>
            </a:r>
            <a:endParaRPr sz="1800"/>
          </a:p>
          <a:p>
            <a:pPr indent="-342900" lvl="0" marL="457200" rtl="0" algn="l">
              <a:spcBef>
                <a:spcPts val="0"/>
              </a:spcBef>
              <a:spcAft>
                <a:spcPts val="0"/>
              </a:spcAft>
              <a:buSzPts val="1800"/>
              <a:buChar char="●"/>
            </a:pPr>
            <a:r>
              <a:rPr lang="en" sz="1800"/>
              <a:t>Cloud computing and storage</a:t>
            </a:r>
            <a:endParaRPr sz="1800"/>
          </a:p>
          <a:p>
            <a:pPr indent="-342900" lvl="0" marL="457200" rtl="0" algn="l">
              <a:spcBef>
                <a:spcPts val="0"/>
              </a:spcBef>
              <a:spcAft>
                <a:spcPts val="0"/>
              </a:spcAft>
              <a:buSzPts val="1800"/>
              <a:buChar char="●"/>
            </a:pPr>
            <a:r>
              <a:rPr lang="en" sz="1800"/>
              <a:t>Web data and APIs</a:t>
            </a:r>
            <a:endParaRPr sz="1800"/>
          </a:p>
          <a:p>
            <a:pPr indent="-342900" lvl="0" marL="457200" rtl="0" algn="l">
              <a:spcBef>
                <a:spcPts val="0"/>
              </a:spcBef>
              <a:spcAft>
                <a:spcPts val="0"/>
              </a:spcAft>
              <a:buSzPts val="1800"/>
              <a:buChar char="●"/>
            </a:pPr>
            <a:r>
              <a:rPr lang="en" sz="1800"/>
              <a:t>Data visualization </a:t>
            </a:r>
            <a:endParaRPr sz="1800"/>
          </a:p>
          <a:p>
            <a:pPr indent="-342900" lvl="0" marL="457200" rtl="0" algn="l">
              <a:spcBef>
                <a:spcPts val="0"/>
              </a:spcBef>
              <a:spcAft>
                <a:spcPts val="0"/>
              </a:spcAft>
              <a:buSzPts val="1800"/>
              <a:buChar char="●"/>
            </a:pPr>
            <a:r>
              <a:rPr lang="en" sz="1800"/>
              <a:t>Programming service and code review</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4"/>
          <p:cNvSpPr txBox="1"/>
          <p:nvPr>
            <p:ph type="title"/>
          </p:nvPr>
        </p:nvSpPr>
        <p:spPr>
          <a:xfrm>
            <a:off x="457200" y="205979"/>
            <a:ext cx="82296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Archive and Repository Services</a:t>
            </a:r>
            <a:endParaRPr/>
          </a:p>
        </p:txBody>
      </p:sp>
      <p:sp>
        <p:nvSpPr>
          <p:cNvPr id="325" name="Google Shape;325;p54"/>
          <p:cNvSpPr txBox="1"/>
          <p:nvPr>
            <p:ph idx="1" type="body"/>
          </p:nvPr>
        </p:nvSpPr>
        <p:spPr>
          <a:xfrm>
            <a:off x="457200" y="1151335"/>
            <a:ext cx="4040100" cy="479700"/>
          </a:xfrm>
          <a:prstGeom prst="rect">
            <a:avLst/>
          </a:prstGeom>
        </p:spPr>
        <p:txBody>
          <a:bodyPr anchorCtr="0" anchor="b" bIns="91425" lIns="91425" spcFirstLastPara="1" rIns="91425" wrap="square" tIns="91425">
            <a:noAutofit/>
          </a:bodyPr>
          <a:lstStyle/>
          <a:p>
            <a:pPr indent="0" lvl="0" marL="0" rtl="0" algn="l">
              <a:spcBef>
                <a:spcPts val="480"/>
              </a:spcBef>
              <a:spcAft>
                <a:spcPts val="0"/>
              </a:spcAft>
              <a:buNone/>
            </a:pPr>
            <a:r>
              <a:rPr lang="en"/>
              <a:t>Continue archival services</a:t>
            </a:r>
            <a:endParaRPr/>
          </a:p>
        </p:txBody>
      </p:sp>
      <p:sp>
        <p:nvSpPr>
          <p:cNvPr id="326" name="Google Shape;326;p54"/>
          <p:cNvSpPr txBox="1"/>
          <p:nvPr>
            <p:ph idx="2" type="body"/>
          </p:nvPr>
        </p:nvSpPr>
        <p:spPr>
          <a:xfrm>
            <a:off x="457200" y="1631156"/>
            <a:ext cx="4040100" cy="2963400"/>
          </a:xfrm>
          <a:prstGeom prst="rect">
            <a:avLst/>
          </a:prstGeom>
        </p:spPr>
        <p:txBody>
          <a:bodyPr anchorCtr="0" anchor="t" bIns="91425" lIns="91425" spcFirstLastPara="1" rIns="91425" wrap="square" tIns="91425">
            <a:noAutofit/>
          </a:bodyPr>
          <a:lstStyle/>
          <a:p>
            <a:pPr indent="-381000" lvl="0" marL="457200" rtl="0" algn="l">
              <a:spcBef>
                <a:spcPts val="480"/>
              </a:spcBef>
              <a:spcAft>
                <a:spcPts val="0"/>
              </a:spcAft>
              <a:buSzPts val="2400"/>
              <a:buChar char="●"/>
            </a:pPr>
            <a:r>
              <a:rPr lang="en"/>
              <a:t>Data curation support</a:t>
            </a:r>
            <a:endParaRPr/>
          </a:p>
          <a:p>
            <a:pPr indent="-381000" lvl="0" marL="457200" rtl="0" algn="l">
              <a:spcBef>
                <a:spcPts val="0"/>
              </a:spcBef>
              <a:spcAft>
                <a:spcPts val="0"/>
              </a:spcAft>
              <a:buSzPts val="2400"/>
              <a:buChar char="●"/>
            </a:pPr>
            <a:r>
              <a:rPr lang="en"/>
              <a:t>Data management best practices support and training</a:t>
            </a:r>
            <a:endParaRPr sz="3200">
              <a:solidFill>
                <a:srgbClr val="888888"/>
              </a:solidFill>
            </a:endParaRPr>
          </a:p>
          <a:p>
            <a:pPr indent="-381000" lvl="0" marL="457200" rtl="0" algn="l">
              <a:spcBef>
                <a:spcPts val="0"/>
              </a:spcBef>
              <a:spcAft>
                <a:spcPts val="0"/>
              </a:spcAft>
              <a:buSzPts val="2400"/>
              <a:buChar char="●"/>
            </a:pPr>
            <a:r>
              <a:rPr lang="en"/>
              <a:t>Data stewardship </a:t>
            </a:r>
            <a:endParaRPr/>
          </a:p>
        </p:txBody>
      </p:sp>
      <p:sp>
        <p:nvSpPr>
          <p:cNvPr id="327" name="Google Shape;327;p54"/>
          <p:cNvSpPr txBox="1"/>
          <p:nvPr>
            <p:ph idx="3" type="body"/>
          </p:nvPr>
        </p:nvSpPr>
        <p:spPr>
          <a:xfrm>
            <a:off x="4645026" y="1151335"/>
            <a:ext cx="4041900" cy="479700"/>
          </a:xfrm>
          <a:prstGeom prst="rect">
            <a:avLst/>
          </a:prstGeom>
        </p:spPr>
        <p:txBody>
          <a:bodyPr anchorCtr="0" anchor="b" bIns="91425" lIns="91425" spcFirstLastPara="1" rIns="91425" wrap="square" tIns="91425">
            <a:noAutofit/>
          </a:bodyPr>
          <a:lstStyle/>
          <a:p>
            <a:pPr indent="0" lvl="0" marL="0" rtl="0" algn="l">
              <a:spcBef>
                <a:spcPts val="480"/>
              </a:spcBef>
              <a:spcAft>
                <a:spcPts val="0"/>
              </a:spcAft>
              <a:buNone/>
            </a:pPr>
            <a:r>
              <a:rPr lang="en"/>
              <a:t>Add data publishing &amp; sharing</a:t>
            </a:r>
            <a:endParaRPr/>
          </a:p>
        </p:txBody>
      </p:sp>
      <p:sp>
        <p:nvSpPr>
          <p:cNvPr id="328" name="Google Shape;328;p54"/>
          <p:cNvSpPr txBox="1"/>
          <p:nvPr>
            <p:ph idx="4" type="body"/>
          </p:nvPr>
        </p:nvSpPr>
        <p:spPr>
          <a:xfrm>
            <a:off x="4645026" y="1631156"/>
            <a:ext cx="4041900" cy="2963400"/>
          </a:xfrm>
          <a:prstGeom prst="rect">
            <a:avLst/>
          </a:prstGeom>
        </p:spPr>
        <p:txBody>
          <a:bodyPr anchorCtr="0" anchor="t" bIns="91425" lIns="91425" spcFirstLastPara="1" rIns="91425" wrap="square" tIns="91425">
            <a:noAutofit/>
          </a:bodyPr>
          <a:lstStyle/>
          <a:p>
            <a:pPr indent="-381000" lvl="0" marL="457200" rtl="0" algn="l">
              <a:spcBef>
                <a:spcPts val="480"/>
              </a:spcBef>
              <a:spcAft>
                <a:spcPts val="0"/>
              </a:spcAft>
              <a:buSzPts val="2400"/>
              <a:buChar char="●"/>
            </a:pPr>
            <a:r>
              <a:rPr lang="en"/>
              <a:t>Data Den and Dataverse repositories </a:t>
            </a:r>
            <a:endParaRPr/>
          </a:p>
          <a:p>
            <a:pPr indent="-381000" lvl="0" marL="457200" rtl="0" algn="l">
              <a:spcBef>
                <a:spcPts val="0"/>
              </a:spcBef>
              <a:spcAft>
                <a:spcPts val="0"/>
              </a:spcAft>
              <a:buSzPts val="2400"/>
              <a:buChar char="●"/>
            </a:pPr>
            <a:r>
              <a:rPr lang="en"/>
              <a:t>Curating for reproducibility </a:t>
            </a:r>
            <a:r>
              <a:rPr lang="en"/>
              <a:t> </a:t>
            </a:r>
            <a:endParaRPr/>
          </a:p>
          <a:p>
            <a:pPr indent="-381000" lvl="0" marL="457200" rtl="0" algn="l">
              <a:spcBef>
                <a:spcPts val="0"/>
              </a:spcBef>
              <a:spcAft>
                <a:spcPts val="0"/>
              </a:spcAft>
              <a:buSzPts val="2400"/>
              <a:buChar char="●"/>
            </a:pPr>
            <a:r>
              <a:rPr lang="en"/>
              <a:t>Working with data at scale</a:t>
            </a:r>
            <a:endParaRPr/>
          </a:p>
          <a:p>
            <a:pPr indent="-381000" lvl="0" marL="457200" rtl="0" algn="l">
              <a:spcBef>
                <a:spcPts val="0"/>
              </a:spcBef>
              <a:spcAft>
                <a:spcPts val="0"/>
              </a:spcAft>
              <a:buSzPts val="2400"/>
              <a:buChar char="●"/>
            </a:pPr>
            <a:r>
              <a:rPr lang="en"/>
              <a:t>Be responsive to interoperability needs (ORCIDs, APIs, Preregistration)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5"/>
          <p:cNvSpPr txBox="1"/>
          <p:nvPr/>
        </p:nvSpPr>
        <p:spPr>
          <a:xfrm>
            <a:off x="152400" y="76200"/>
            <a:ext cx="8772300" cy="4612200"/>
          </a:xfrm>
          <a:prstGeom prst="rect">
            <a:avLst/>
          </a:prstGeom>
          <a:noFill/>
          <a:ln>
            <a:noFill/>
          </a:ln>
        </p:spPr>
        <p:txBody>
          <a:bodyPr anchorCtr="0" anchor="ctr" bIns="91425" lIns="91425" spcFirstLastPara="1" rIns="91425" wrap="square" tIns="91425">
            <a:noAutofit/>
          </a:bodyPr>
          <a:lstStyle/>
          <a:p>
            <a:pPr indent="0" lvl="0" marL="0" marR="0" rtl="0" algn="l">
              <a:lnSpc>
                <a:spcPct val="80000"/>
              </a:lnSpc>
              <a:spcBef>
                <a:spcPts val="0"/>
              </a:spcBef>
              <a:spcAft>
                <a:spcPts val="0"/>
              </a:spcAft>
              <a:buClr>
                <a:srgbClr val="BFBFBF"/>
              </a:buClr>
              <a:buFont typeface="Calibri"/>
              <a:buNone/>
            </a:pPr>
            <a:r>
              <a:rPr b="0" i="0" lang="en" sz="2402" u="none" cap="none" strike="noStrike">
                <a:solidFill>
                  <a:srgbClr val="BFBFBF"/>
                </a:solidFill>
                <a:latin typeface="Calibri"/>
                <a:ea typeface="Calibri"/>
                <a:cs typeface="Calibri"/>
                <a:sym typeface="Calibri"/>
              </a:rPr>
              <a:t>In a 2016 survey of 704 NSF Biological Sciences Directorate principle investigators… </a:t>
            </a:r>
            <a:r>
              <a:rPr b="1" i="0" lang="en" sz="2402" u="none" cap="none" strike="noStrike">
                <a:solidFill>
                  <a:srgbClr val="000000"/>
                </a:solidFill>
                <a:latin typeface="Calibri"/>
                <a:ea typeface="Calibri"/>
                <a:cs typeface="Calibri"/>
                <a:sym typeface="Calibri"/>
              </a:rPr>
              <a:t>nearly 90% indicated they are currently or will soon be analyzing large data sets</a:t>
            </a:r>
            <a:r>
              <a:rPr b="0" i="0" lang="en" sz="2402" u="none" cap="none" strike="noStrike">
                <a:solidFill>
                  <a:srgbClr val="BFBFBF"/>
                </a:solidFill>
                <a:latin typeface="Calibri"/>
                <a:ea typeface="Calibri"/>
                <a:cs typeface="Calibri"/>
                <a:sym typeface="Calibri"/>
              </a:rPr>
              <a:t>. …. the </a:t>
            </a:r>
            <a:r>
              <a:rPr b="1" i="0" lang="en" sz="2402" u="none" cap="none" strike="noStrike">
                <a:solidFill>
                  <a:srgbClr val="000000"/>
                </a:solidFill>
                <a:latin typeface="Calibri"/>
                <a:ea typeface="Calibri"/>
                <a:cs typeface="Calibri"/>
                <a:sym typeface="Calibri"/>
              </a:rPr>
              <a:t>most pressing unmet needs are training in data integration, data management</a:t>
            </a:r>
            <a:r>
              <a:rPr b="0" i="0" lang="en" sz="2402" u="none" cap="none" strike="noStrike">
                <a:solidFill>
                  <a:srgbClr val="BFBFBF"/>
                </a:solidFill>
                <a:latin typeface="Calibri"/>
                <a:ea typeface="Calibri"/>
                <a:cs typeface="Calibri"/>
                <a:sym typeface="Calibri"/>
              </a:rPr>
              <a:t>, and scaling analyses for HPC … This portends a </a:t>
            </a:r>
            <a:r>
              <a:rPr b="1" i="0" lang="en" sz="2402" u="none" cap="none" strike="noStrike">
                <a:solidFill>
                  <a:srgbClr val="000000"/>
                </a:solidFill>
                <a:latin typeface="Calibri"/>
                <a:ea typeface="Calibri"/>
                <a:cs typeface="Calibri"/>
                <a:sym typeface="Calibri"/>
              </a:rPr>
              <a:t>growing data knowledge gap</a:t>
            </a:r>
            <a:r>
              <a:rPr b="0" i="0" lang="en" sz="2402" u="none" cap="none" strike="noStrike">
                <a:solidFill>
                  <a:srgbClr val="BFBFBF"/>
                </a:solidFill>
                <a:latin typeface="Calibri"/>
                <a:ea typeface="Calibri"/>
                <a:cs typeface="Calibri"/>
                <a:sym typeface="Calibri"/>
              </a:rPr>
              <a:t> in biology and challenges institutions and funding agencies to </a:t>
            </a:r>
            <a:r>
              <a:rPr b="1" i="0" lang="en" sz="2402" u="none" cap="none" strike="noStrike">
                <a:solidFill>
                  <a:srgbClr val="000000"/>
                </a:solidFill>
                <a:latin typeface="Calibri"/>
                <a:ea typeface="Calibri"/>
                <a:cs typeface="Calibri"/>
                <a:sym typeface="Calibri"/>
              </a:rPr>
              <a:t>redouble their support for computational training</a:t>
            </a:r>
            <a:r>
              <a:rPr b="0" i="0" lang="en" sz="2402" u="none" cap="none" strike="noStrike">
                <a:solidFill>
                  <a:srgbClr val="BFBFBF"/>
                </a:solidFill>
                <a:latin typeface="Calibri"/>
                <a:ea typeface="Calibri"/>
                <a:cs typeface="Calibri"/>
                <a:sym typeface="Calibri"/>
              </a:rPr>
              <a:t> in biology.</a:t>
            </a:r>
            <a:endParaRPr/>
          </a:p>
          <a:p>
            <a:pPr indent="0" lvl="0" marL="0" marR="0" rtl="0" algn="l">
              <a:lnSpc>
                <a:spcPct val="80000"/>
              </a:lnSpc>
              <a:spcBef>
                <a:spcPts val="248"/>
              </a:spcBef>
              <a:spcAft>
                <a:spcPts val="0"/>
              </a:spcAft>
              <a:buClr>
                <a:srgbClr val="7F7F7F"/>
              </a:buClr>
              <a:buFont typeface="Calibri"/>
              <a:buNone/>
            </a:pPr>
            <a:r>
              <a:rPr b="0" i="0" lang="en" sz="1240" u="none" cap="none" strike="noStrike">
                <a:solidFill>
                  <a:srgbClr val="7F7F7F"/>
                </a:solidFill>
                <a:latin typeface="Calibri"/>
                <a:ea typeface="Calibri"/>
                <a:cs typeface="Calibri"/>
                <a:sym typeface="Calibri"/>
              </a:rPr>
              <a:t>Unmet Needs for Analyzing Biological Big Data: A Survey of 704 NSF Principal Investigators https://doi.org/10.1101/108555</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6"/>
          <p:cNvSpPr txBox="1"/>
          <p:nvPr>
            <p:ph idx="1" type="body"/>
          </p:nvPr>
        </p:nvSpPr>
        <p:spPr>
          <a:xfrm>
            <a:off x="430150" y="675850"/>
            <a:ext cx="8359200" cy="39186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Font typeface="Arial"/>
              <a:buNone/>
            </a:pPr>
            <a:r>
              <a:rPr b="1" i="0" lang="en" sz="2402" u="none" cap="none" strike="noStrike">
                <a:solidFill>
                  <a:schemeClr val="dk1"/>
                </a:solidFill>
                <a:latin typeface="Calibri"/>
                <a:ea typeface="Calibri"/>
                <a:cs typeface="Calibri"/>
                <a:sym typeface="Calibri"/>
              </a:rPr>
              <a:t>New knowledge and skills will be needed </a:t>
            </a:r>
            <a:r>
              <a:rPr b="0" i="0" lang="en" sz="2402" u="none" cap="none" strike="noStrike">
                <a:solidFill>
                  <a:srgbClr val="BFBFBF"/>
                </a:solidFill>
                <a:latin typeface="Calibri"/>
                <a:ea typeface="Calibri"/>
                <a:cs typeface="Calibri"/>
                <a:sym typeface="Calibri"/>
              </a:rPr>
              <a:t>to make effective use of new system architectures and software. “Hybrid” disciplines such as </a:t>
            </a:r>
            <a:r>
              <a:rPr b="1" i="0" lang="en" sz="2402" u="none" cap="none" strike="noStrike">
                <a:solidFill>
                  <a:schemeClr val="dk1"/>
                </a:solidFill>
                <a:latin typeface="Calibri"/>
                <a:ea typeface="Calibri"/>
                <a:cs typeface="Calibri"/>
                <a:sym typeface="Calibri"/>
              </a:rPr>
              <a:t>computational science</a:t>
            </a:r>
            <a:r>
              <a:rPr b="0" i="0" lang="en" sz="2402" u="none" cap="none" strike="noStrike">
                <a:solidFill>
                  <a:schemeClr val="dk1"/>
                </a:solidFill>
                <a:latin typeface="Calibri"/>
                <a:ea typeface="Calibri"/>
                <a:cs typeface="Calibri"/>
                <a:sym typeface="Calibri"/>
              </a:rPr>
              <a:t> </a:t>
            </a:r>
            <a:r>
              <a:rPr b="0" i="0" lang="en" sz="2402" u="none" cap="none" strike="noStrike">
                <a:solidFill>
                  <a:srgbClr val="BFBFBF"/>
                </a:solidFill>
                <a:latin typeface="Calibri"/>
                <a:ea typeface="Calibri"/>
                <a:cs typeface="Calibri"/>
                <a:sym typeface="Calibri"/>
              </a:rPr>
              <a:t>and </a:t>
            </a:r>
            <a:r>
              <a:rPr b="1" i="0" lang="en" sz="2402" u="none" cap="none" strike="noStrike">
                <a:solidFill>
                  <a:schemeClr val="dk1"/>
                </a:solidFill>
                <a:latin typeface="Calibri"/>
                <a:ea typeface="Calibri"/>
                <a:cs typeface="Calibri"/>
                <a:sym typeface="Calibri"/>
              </a:rPr>
              <a:t>data science </a:t>
            </a:r>
            <a:r>
              <a:rPr b="0" i="0" lang="en" sz="2402" u="none" cap="none" strike="noStrike">
                <a:solidFill>
                  <a:srgbClr val="BFBFBF"/>
                </a:solidFill>
                <a:latin typeface="Calibri"/>
                <a:ea typeface="Calibri"/>
                <a:cs typeface="Calibri"/>
                <a:sym typeface="Calibri"/>
              </a:rPr>
              <a:t>and interdisciplinary teams may come to </a:t>
            </a:r>
            <a:r>
              <a:rPr b="1" i="0" lang="en" sz="2402" u="none" cap="none" strike="noStrike">
                <a:solidFill>
                  <a:schemeClr val="dk1"/>
                </a:solidFill>
                <a:latin typeface="Calibri"/>
                <a:ea typeface="Calibri"/>
                <a:cs typeface="Calibri"/>
                <a:sym typeface="Calibri"/>
              </a:rPr>
              <a:t>play an increasingly important role</a:t>
            </a:r>
            <a:r>
              <a:rPr b="0" i="0" lang="en" sz="2402" u="none" cap="none" strike="noStrike">
                <a:solidFill>
                  <a:srgbClr val="BFBFBF"/>
                </a:solidFill>
                <a:latin typeface="Calibri"/>
                <a:ea typeface="Calibri"/>
                <a:cs typeface="Calibri"/>
                <a:sym typeface="Calibri"/>
              </a:rPr>
              <a:t>. Keeping abreast of a </a:t>
            </a:r>
            <a:r>
              <a:rPr b="1" i="0" lang="en" sz="2402" u="none" cap="none" strike="noStrike">
                <a:solidFill>
                  <a:schemeClr val="dk1"/>
                </a:solidFill>
                <a:latin typeface="Calibri"/>
                <a:ea typeface="Calibri"/>
                <a:cs typeface="Calibri"/>
                <a:sym typeface="Calibri"/>
              </a:rPr>
              <a:t>rapidly evolving suite of relevant technologies</a:t>
            </a:r>
            <a:r>
              <a:rPr b="0" i="0" lang="en" sz="2402" u="none" cap="none" strike="noStrike">
                <a:solidFill>
                  <a:srgbClr val="BFBFBF"/>
                </a:solidFill>
                <a:latin typeface="Calibri"/>
                <a:ea typeface="Calibri"/>
                <a:cs typeface="Calibri"/>
                <a:sym typeface="Calibri"/>
              </a:rPr>
              <a:t> is challenging for many computer science programs ... </a:t>
            </a:r>
            <a:endParaRPr/>
          </a:p>
          <a:p>
            <a:pPr indent="0" lvl="0" marL="0" marR="0" rtl="0" algn="l">
              <a:lnSpc>
                <a:spcPct val="80000"/>
              </a:lnSpc>
              <a:spcBef>
                <a:spcPts val="310"/>
              </a:spcBef>
              <a:spcAft>
                <a:spcPts val="0"/>
              </a:spcAft>
              <a:buClr>
                <a:srgbClr val="7F7F7F"/>
              </a:buClr>
              <a:buFont typeface="Arial"/>
              <a:buNone/>
            </a:pPr>
            <a:r>
              <a:rPr b="0" i="0" lang="en" sz="1550" u="none" cap="none" strike="noStrike">
                <a:solidFill>
                  <a:srgbClr val="7F7F7F"/>
                </a:solidFill>
                <a:latin typeface="Calibri"/>
                <a:ea typeface="Calibri"/>
                <a:cs typeface="Calibri"/>
                <a:sym typeface="Calibri"/>
              </a:rPr>
              <a:t>Future Directions for NSF Advanced Computing Infrastructure to Support U.S. Science and Engineering in 2017-2020: Interim Report </a:t>
            </a:r>
            <a:endParaRPr/>
          </a:p>
          <a:p>
            <a:pPr indent="0" lvl="0" marL="0" marR="0" rtl="0" algn="l">
              <a:lnSpc>
                <a:spcPct val="80000"/>
              </a:lnSpc>
              <a:spcBef>
                <a:spcPts val="480"/>
              </a:spcBef>
              <a:spcAft>
                <a:spcPts val="0"/>
              </a:spcAft>
              <a:buClr>
                <a:srgbClr val="BFBFBF"/>
              </a:buClr>
              <a:buFont typeface="Arial"/>
              <a:buNone/>
            </a:pPr>
            <a:r>
              <a:t/>
            </a:r>
            <a:endParaRPr b="0" i="0" sz="1550" u="none" cap="none" strike="noStrike">
              <a:solidFill>
                <a:srgbClr val="BFBFBF"/>
              </a:solidFill>
              <a:latin typeface="Calibri"/>
              <a:ea typeface="Calibri"/>
              <a:cs typeface="Calibri"/>
              <a:sym typeface="Calibri"/>
            </a:endParaRPr>
          </a:p>
          <a:p>
            <a:pPr indent="0" lvl="0" marL="0" marR="0" rtl="0" algn="l">
              <a:lnSpc>
                <a:spcPct val="80000"/>
              </a:lnSpc>
              <a:spcBef>
                <a:spcPts val="248"/>
              </a:spcBef>
              <a:spcAft>
                <a:spcPts val="0"/>
              </a:spcAft>
              <a:buClr>
                <a:srgbClr val="7F7F7F"/>
              </a:buClr>
              <a:buFont typeface="Arial"/>
              <a:buNone/>
            </a:pPr>
            <a:r>
              <a:t/>
            </a:r>
            <a:endParaRPr b="0" i="0" sz="1240" u="none" cap="none" strike="noStrike">
              <a:solidFill>
                <a:srgbClr val="7F7F7F"/>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id="344" name="Google Shape;344;p57"/>
          <p:cNvPicPr preferRelativeResize="0"/>
          <p:nvPr/>
        </p:nvPicPr>
        <p:blipFill>
          <a:blip r:embed="rId3">
            <a:alphaModFix/>
          </a:blip>
          <a:stretch>
            <a:fillRect/>
          </a:stretch>
        </p:blipFill>
        <p:spPr>
          <a:xfrm>
            <a:off x="2283400" y="2352675"/>
            <a:ext cx="4022150" cy="2648925"/>
          </a:xfrm>
          <a:prstGeom prst="rect">
            <a:avLst/>
          </a:prstGeom>
          <a:noFill/>
          <a:ln>
            <a:noFill/>
          </a:ln>
        </p:spPr>
      </p:pic>
      <p:pic>
        <p:nvPicPr>
          <p:cNvPr id="345" name="Google Shape;345;p57"/>
          <p:cNvPicPr preferRelativeResize="0"/>
          <p:nvPr/>
        </p:nvPicPr>
        <p:blipFill>
          <a:blip r:embed="rId4">
            <a:alphaModFix/>
          </a:blip>
          <a:stretch>
            <a:fillRect/>
          </a:stretch>
        </p:blipFill>
        <p:spPr>
          <a:xfrm>
            <a:off x="883225" y="238125"/>
            <a:ext cx="7227600" cy="19052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58"/>
          <p:cNvSpPr txBox="1"/>
          <p:nvPr>
            <p:ph type="title"/>
          </p:nvPr>
        </p:nvSpPr>
        <p:spPr>
          <a:xfrm>
            <a:off x="457200" y="205979"/>
            <a:ext cx="82296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Other topics for instruction</a:t>
            </a:r>
            <a:endParaRPr/>
          </a:p>
        </p:txBody>
      </p:sp>
      <p:sp>
        <p:nvSpPr>
          <p:cNvPr id="351" name="Google Shape;351;p58"/>
          <p:cNvSpPr txBox="1"/>
          <p:nvPr>
            <p:ph idx="1" type="body"/>
          </p:nvPr>
        </p:nvSpPr>
        <p:spPr>
          <a:xfrm>
            <a:off x="457200" y="1200151"/>
            <a:ext cx="8229600" cy="3394500"/>
          </a:xfrm>
          <a:prstGeom prst="rect">
            <a:avLst/>
          </a:prstGeom>
        </p:spPr>
        <p:txBody>
          <a:bodyPr anchorCtr="0" anchor="t" bIns="91425" lIns="91425" spcFirstLastPara="1" rIns="91425" wrap="square" tIns="91425">
            <a:noAutofit/>
          </a:bodyPr>
          <a:lstStyle/>
          <a:p>
            <a:pPr indent="-342900" lvl="0" marL="457200" rtl="0" algn="l">
              <a:spcBef>
                <a:spcPts val="640"/>
              </a:spcBef>
              <a:spcAft>
                <a:spcPts val="0"/>
              </a:spcAft>
              <a:buClr>
                <a:schemeClr val="dk1"/>
              </a:buClr>
              <a:buSzPts val="1800"/>
              <a:buChar char="●"/>
            </a:pPr>
            <a:r>
              <a:rPr lang="en" sz="1800"/>
              <a:t>Concepts of reproducible research</a:t>
            </a:r>
            <a:endParaRPr sz="1800"/>
          </a:p>
          <a:p>
            <a:pPr indent="-342900" lvl="1" marL="914400" rtl="0" algn="l">
              <a:spcBef>
                <a:spcPts val="0"/>
              </a:spcBef>
              <a:spcAft>
                <a:spcPts val="0"/>
              </a:spcAft>
              <a:buSzPts val="1800"/>
              <a:buChar char="○"/>
            </a:pPr>
            <a:r>
              <a:rPr lang="en" sz="1800"/>
              <a:t>Application of concepts in a tool (R, Stata, Python or Open Science)</a:t>
            </a:r>
            <a:endParaRPr sz="1800"/>
          </a:p>
          <a:p>
            <a:pPr indent="-342900" lvl="0" marL="457200" rtl="0" algn="l">
              <a:spcBef>
                <a:spcPts val="0"/>
              </a:spcBef>
              <a:spcAft>
                <a:spcPts val="0"/>
              </a:spcAft>
              <a:buSzPts val="1800"/>
              <a:buChar char="●"/>
            </a:pPr>
            <a:r>
              <a:rPr lang="en" sz="1800"/>
              <a:t>Data publishing </a:t>
            </a:r>
            <a:endParaRPr sz="1800"/>
          </a:p>
          <a:p>
            <a:pPr indent="-342900" lvl="0" marL="457200" rtl="0" algn="l">
              <a:spcBef>
                <a:spcPts val="0"/>
              </a:spcBef>
              <a:spcAft>
                <a:spcPts val="0"/>
              </a:spcAft>
              <a:buSzPts val="1800"/>
              <a:buChar char="●"/>
            </a:pPr>
            <a:r>
              <a:rPr lang="en" sz="1800"/>
              <a:t>Data cleaning topics in OpenRefine and R</a:t>
            </a:r>
            <a:endParaRPr sz="1800"/>
          </a:p>
          <a:p>
            <a:pPr indent="-342900" lvl="0" marL="457200" rtl="0" algn="l">
              <a:spcBef>
                <a:spcPts val="0"/>
              </a:spcBef>
              <a:spcAft>
                <a:spcPts val="0"/>
              </a:spcAft>
              <a:buSzPts val="1800"/>
              <a:buChar char="●"/>
            </a:pPr>
            <a:r>
              <a:rPr lang="en" sz="1800"/>
              <a:t>Text mining in R</a:t>
            </a:r>
            <a:endParaRPr sz="1800"/>
          </a:p>
          <a:p>
            <a:pPr indent="-342900" lvl="0" marL="457200" rtl="0" algn="l">
              <a:spcBef>
                <a:spcPts val="0"/>
              </a:spcBef>
              <a:spcAft>
                <a:spcPts val="0"/>
              </a:spcAft>
              <a:buSzPts val="1800"/>
              <a:buChar char="●"/>
            </a:pPr>
            <a:r>
              <a:rPr lang="en" sz="1800"/>
              <a:t>Data visualization </a:t>
            </a:r>
            <a:endParaRPr sz="1800"/>
          </a:p>
          <a:p>
            <a:pPr indent="-342900" lvl="0" marL="457200" rtl="0" algn="l">
              <a:spcBef>
                <a:spcPts val="0"/>
              </a:spcBef>
              <a:spcAft>
                <a:spcPts val="0"/>
              </a:spcAft>
              <a:buSzPts val="1800"/>
              <a:buChar char="●"/>
            </a:pPr>
            <a:r>
              <a:rPr lang="en" sz="1800"/>
              <a:t>Research project management, package/dependency management and capturing compute environments</a:t>
            </a:r>
            <a:endParaRPr sz="1800"/>
          </a:p>
          <a:p>
            <a:pPr indent="-342900" lvl="0" marL="457200" rtl="0" algn="l">
              <a:spcBef>
                <a:spcPts val="0"/>
              </a:spcBef>
              <a:spcAft>
                <a:spcPts val="0"/>
              </a:spcAft>
              <a:buSzPts val="1800"/>
              <a:buChar char="●"/>
            </a:pPr>
            <a:r>
              <a:rPr lang="en" sz="1800"/>
              <a:t>HPC and cloud computing  </a:t>
            </a:r>
            <a:endParaRPr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59"/>
          <p:cNvSpPr txBox="1"/>
          <p:nvPr>
            <p:ph type="title"/>
          </p:nvPr>
        </p:nvSpPr>
        <p:spPr>
          <a:xfrm>
            <a:off x="457200" y="205979"/>
            <a:ext cx="8229600" cy="857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Fall Quarter Offerings</a:t>
            </a:r>
            <a:endParaRPr/>
          </a:p>
        </p:txBody>
      </p:sp>
      <p:pic>
        <p:nvPicPr>
          <p:cNvPr id="357" name="Google Shape;357;p59"/>
          <p:cNvPicPr preferRelativeResize="0"/>
          <p:nvPr/>
        </p:nvPicPr>
        <p:blipFill>
          <a:blip r:embed="rId3">
            <a:alphaModFix/>
          </a:blip>
          <a:stretch>
            <a:fillRect/>
          </a:stretch>
        </p:blipFill>
        <p:spPr>
          <a:xfrm>
            <a:off x="1787746" y="1063375"/>
            <a:ext cx="5259554" cy="393414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id="362" name="Google Shape;362;p60"/>
          <p:cNvPicPr preferRelativeResize="0"/>
          <p:nvPr/>
        </p:nvPicPr>
        <p:blipFill>
          <a:blip r:embed="rId3">
            <a:alphaModFix/>
          </a:blip>
          <a:stretch>
            <a:fillRect/>
          </a:stretch>
        </p:blipFill>
        <p:spPr>
          <a:xfrm>
            <a:off x="1346200" y="152400"/>
            <a:ext cx="6451599" cy="48387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id="367" name="Google Shape;367;p61"/>
          <p:cNvPicPr preferRelativeResize="0"/>
          <p:nvPr/>
        </p:nvPicPr>
        <p:blipFill>
          <a:blip r:embed="rId3">
            <a:alphaModFix/>
          </a:blip>
          <a:stretch>
            <a:fillRect/>
          </a:stretch>
        </p:blipFill>
        <p:spPr>
          <a:xfrm>
            <a:off x="152400" y="152400"/>
            <a:ext cx="8486775" cy="47720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pic>
        <p:nvPicPr>
          <p:cNvPr id="372" name="Google Shape;372;p62"/>
          <p:cNvPicPr preferRelativeResize="0"/>
          <p:nvPr/>
        </p:nvPicPr>
        <p:blipFill rotWithShape="1">
          <a:blip r:embed="rId3">
            <a:alphaModFix/>
          </a:blip>
          <a:srcRect b="0" l="0" r="0" t="0"/>
          <a:stretch/>
        </p:blipFill>
        <p:spPr>
          <a:xfrm>
            <a:off x="0" y="643"/>
            <a:ext cx="9134474" cy="5128200"/>
          </a:xfrm>
          <a:prstGeom prst="rect">
            <a:avLst/>
          </a:prstGeom>
          <a:solidFill>
            <a:srgbClr val="3284BF"/>
          </a:solidFill>
          <a:ln>
            <a:noFill/>
          </a:ln>
        </p:spPr>
      </p:pic>
      <p:pic>
        <p:nvPicPr>
          <p:cNvPr id="373" name="Google Shape;373;p62"/>
          <p:cNvPicPr preferRelativeResize="0"/>
          <p:nvPr/>
        </p:nvPicPr>
        <p:blipFill rotWithShape="1">
          <a:blip r:embed="rId4">
            <a:alphaModFix/>
          </a:blip>
          <a:srcRect b="0" l="0" r="0" t="0"/>
          <a:stretch/>
        </p:blipFill>
        <p:spPr>
          <a:xfrm>
            <a:off x="7956952" y="312817"/>
            <a:ext cx="673695" cy="311240"/>
          </a:xfrm>
          <a:prstGeom prst="rect">
            <a:avLst/>
          </a:prstGeom>
          <a:noFill/>
          <a:ln>
            <a:noFill/>
          </a:ln>
        </p:spPr>
      </p:pic>
      <p:sp>
        <p:nvSpPr>
          <p:cNvPr id="374" name="Google Shape;374;p62"/>
          <p:cNvSpPr txBox="1"/>
          <p:nvPr/>
        </p:nvSpPr>
        <p:spPr>
          <a:xfrm>
            <a:off x="466772" y="3322561"/>
            <a:ext cx="7716900" cy="6567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None/>
            </a:pPr>
            <a:r>
              <a:rPr lang="en" sz="4000">
                <a:solidFill>
                  <a:schemeClr val="lt1"/>
                </a:solidFill>
                <a:latin typeface="Verdana"/>
                <a:ea typeface="Verdana"/>
                <a:cs typeface="Verdana"/>
                <a:sym typeface="Verdana"/>
              </a:rPr>
              <a:t>Thank You</a:t>
            </a:r>
            <a:endParaRPr sz="4000">
              <a:solidFill>
                <a:schemeClr val="lt1"/>
              </a:solidFill>
              <a:latin typeface="Verdana"/>
              <a:ea typeface="Verdana"/>
              <a:cs typeface="Verdana"/>
              <a:sym typeface="Verdana"/>
            </a:endParaRPr>
          </a:p>
        </p:txBody>
      </p:sp>
      <p:sp>
        <p:nvSpPr>
          <p:cNvPr id="375" name="Google Shape;375;p62"/>
          <p:cNvSpPr txBox="1"/>
          <p:nvPr/>
        </p:nvSpPr>
        <p:spPr>
          <a:xfrm>
            <a:off x="8362099" y="4646572"/>
            <a:ext cx="537307" cy="2308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 sz="900">
                <a:solidFill>
                  <a:schemeClr val="lt1"/>
                </a:solidFill>
                <a:latin typeface="Verdana"/>
                <a:ea typeface="Verdana"/>
                <a:cs typeface="Verdana"/>
                <a:sym typeface="Verdana"/>
              </a:rPr>
              <a:t>‹#›</a:t>
            </a:fld>
            <a:endParaRPr sz="900">
              <a:solidFill>
                <a:schemeClr val="lt1"/>
              </a:solidFill>
              <a:latin typeface="Verdana"/>
              <a:ea typeface="Verdana"/>
              <a:cs typeface="Verdana"/>
              <a:sym typeface="Verdana"/>
            </a:endParaRPr>
          </a:p>
        </p:txBody>
      </p:sp>
      <p:pic>
        <p:nvPicPr>
          <p:cNvPr id="376" name="Google Shape;376;p62"/>
          <p:cNvPicPr preferRelativeResize="0"/>
          <p:nvPr/>
        </p:nvPicPr>
        <p:blipFill>
          <a:blip r:embed="rId5">
            <a:alphaModFix/>
          </a:blip>
          <a:stretch>
            <a:fillRect/>
          </a:stretch>
        </p:blipFill>
        <p:spPr>
          <a:xfrm>
            <a:off x="2709300" y="674650"/>
            <a:ext cx="3105475" cy="2329098"/>
          </a:xfrm>
          <a:prstGeom prst="rect">
            <a:avLst/>
          </a:prstGeom>
          <a:noFill/>
          <a:ln>
            <a:noFill/>
          </a:ln>
        </p:spPr>
      </p:pic>
      <p:sp>
        <p:nvSpPr>
          <p:cNvPr id="377" name="Google Shape;377;p62"/>
          <p:cNvSpPr txBox="1"/>
          <p:nvPr/>
        </p:nvSpPr>
        <p:spPr>
          <a:xfrm>
            <a:off x="584188" y="3979250"/>
            <a:ext cx="7355700" cy="85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rPr>
              <a:t>ucla-data-archive@googlegroups.com</a:t>
            </a:r>
            <a:endParaRPr sz="1800">
              <a:solidFill>
                <a:schemeClr val="lt1"/>
              </a:solidFill>
            </a:endParaRPr>
          </a:p>
        </p:txBody>
      </p:sp>
    </p:spTree>
  </p:cSld>
  <p:clrMapOvr>
    <a:masterClrMapping/>
  </p:clrMapOvr>
  <p:transition>
    <p:fade thruBlk="1"/>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